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5" r:id="rId4"/>
    <p:sldId id="276" r:id="rId5"/>
    <p:sldId id="274" r:id="rId6"/>
    <p:sldId id="268" r:id="rId7"/>
    <p:sldId id="269" r:id="rId8"/>
    <p:sldId id="270" r:id="rId9"/>
    <p:sldId id="271" r:id="rId10"/>
    <p:sldId id="272" r:id="rId11"/>
    <p:sldId id="261" r:id="rId12"/>
    <p:sldId id="262" r:id="rId13"/>
    <p:sldId id="263" r:id="rId14"/>
    <p:sldId id="264" r:id="rId15"/>
    <p:sldId id="265" r:id="rId16"/>
    <p:sldId id="258"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3AAAABC-7ED1-423C-A583-47F1ED742B4D}" v="56" dt="2025-12-16T21:04:26.36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022" autoAdjust="0"/>
    <p:restoredTop sz="94660"/>
  </p:normalViewPr>
  <p:slideViewPr>
    <p:cSldViewPr snapToGrid="0">
      <p:cViewPr varScale="1">
        <p:scale>
          <a:sx n="142" d="100"/>
          <a:sy n="142" d="100"/>
        </p:scale>
        <p:origin x="2298" y="3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ke Gaffney" userId="6fa697cc8cd57f76" providerId="LiveId" clId="{528BD4CA-A453-43AA-8F73-3E975C3B2CFE}"/>
    <pc:docChg chg="undo custSel addSld delSld modSld sldOrd">
      <pc:chgData name="Luke Gaffney" userId="6fa697cc8cd57f76" providerId="LiveId" clId="{528BD4CA-A453-43AA-8F73-3E975C3B2CFE}" dt="2025-12-16T21:05:57.071" v="3000" actId="27107"/>
      <pc:docMkLst>
        <pc:docMk/>
      </pc:docMkLst>
      <pc:sldChg chg="addSp delSp modSp mod setBg addAnim modAnim">
        <pc:chgData name="Luke Gaffney" userId="6fa697cc8cd57f76" providerId="LiveId" clId="{528BD4CA-A453-43AA-8F73-3E975C3B2CFE}" dt="2025-12-16T20:13:08.200" v="2002" actId="20577"/>
        <pc:sldMkLst>
          <pc:docMk/>
          <pc:sldMk cId="101415907" sldId="256"/>
        </pc:sldMkLst>
        <pc:spChg chg="mod">
          <ac:chgData name="Luke Gaffney" userId="6fa697cc8cd57f76" providerId="LiveId" clId="{528BD4CA-A453-43AA-8F73-3E975C3B2CFE}" dt="2025-12-12T21:01:48.131" v="858" actId="26606"/>
          <ac:spMkLst>
            <pc:docMk/>
            <pc:sldMk cId="101415907" sldId="256"/>
            <ac:spMk id="2" creationId="{D5871A2F-1D02-6452-5157-8CB541F3456A}"/>
          </ac:spMkLst>
        </pc:spChg>
        <pc:spChg chg="mod">
          <ac:chgData name="Luke Gaffney" userId="6fa697cc8cd57f76" providerId="LiveId" clId="{528BD4CA-A453-43AA-8F73-3E975C3B2CFE}" dt="2025-12-16T20:13:08.200" v="2002" actId="20577"/>
          <ac:spMkLst>
            <pc:docMk/>
            <pc:sldMk cId="101415907" sldId="256"/>
            <ac:spMk id="3" creationId="{FB4789A9-F273-59F1-B441-515130EFAB92}"/>
          </ac:spMkLst>
        </pc:spChg>
        <pc:spChg chg="add">
          <ac:chgData name="Luke Gaffney" userId="6fa697cc8cd57f76" providerId="LiveId" clId="{528BD4CA-A453-43AA-8F73-3E975C3B2CFE}" dt="2025-12-12T21:01:48.134" v="859" actId="26606"/>
          <ac:spMkLst>
            <pc:docMk/>
            <pc:sldMk cId="101415907" sldId="256"/>
            <ac:spMk id="29" creationId="{9B7AD9F6-8CE7-4299-8FC6-328F4DCD3FF9}"/>
          </ac:spMkLst>
        </pc:spChg>
        <pc:spChg chg="add">
          <ac:chgData name="Luke Gaffney" userId="6fa697cc8cd57f76" providerId="LiveId" clId="{528BD4CA-A453-43AA-8F73-3E975C3B2CFE}" dt="2025-12-12T21:01:48.134" v="859" actId="26606"/>
          <ac:spMkLst>
            <pc:docMk/>
            <pc:sldMk cId="101415907" sldId="256"/>
            <ac:spMk id="30" creationId="{F49775AF-8896-43EE-92C6-83497D6DC56F}"/>
          </ac:spMkLst>
        </pc:spChg>
        <pc:picChg chg="add mod ord">
          <ac:chgData name="Luke Gaffney" userId="6fa697cc8cd57f76" providerId="LiveId" clId="{528BD4CA-A453-43AA-8F73-3E975C3B2CFE}" dt="2025-12-12T21:01:48.134" v="859" actId="26606"/>
          <ac:picMkLst>
            <pc:docMk/>
            <pc:sldMk cId="101415907" sldId="256"/>
            <ac:picMk id="5" creationId="{F2BEEBFA-CA17-EDF1-8619-5BB733B403C6}"/>
          </ac:picMkLst>
        </pc:picChg>
      </pc:sldChg>
      <pc:sldChg chg="addSp delSp modSp new mod setBg">
        <pc:chgData name="Luke Gaffney" userId="6fa697cc8cd57f76" providerId="LiveId" clId="{528BD4CA-A453-43AA-8F73-3E975C3B2CFE}" dt="2025-12-16T20:13:21.183" v="2003"/>
        <pc:sldMkLst>
          <pc:docMk/>
          <pc:sldMk cId="3484887589" sldId="257"/>
        </pc:sldMkLst>
        <pc:spChg chg="mod">
          <ac:chgData name="Luke Gaffney" userId="6fa697cc8cd57f76" providerId="LiveId" clId="{528BD4CA-A453-43AA-8F73-3E975C3B2CFE}" dt="2025-12-12T21:01:24.468" v="854" actId="26606"/>
          <ac:spMkLst>
            <pc:docMk/>
            <pc:sldMk cId="3484887589" sldId="257"/>
            <ac:spMk id="2" creationId="{DE9FC05C-E79A-F5B5-327B-29607701820D}"/>
          </ac:spMkLst>
        </pc:spChg>
        <pc:spChg chg="mod">
          <ac:chgData name="Luke Gaffney" userId="6fa697cc8cd57f76" providerId="LiveId" clId="{528BD4CA-A453-43AA-8F73-3E975C3B2CFE}" dt="2025-12-16T14:16:02.481" v="863" actId="21"/>
          <ac:spMkLst>
            <pc:docMk/>
            <pc:sldMk cId="3484887589" sldId="257"/>
            <ac:spMk id="3" creationId="{04FBD9FA-EC4F-54A2-0204-2A71E21F1799}"/>
          </ac:spMkLst>
        </pc:spChg>
        <pc:spChg chg="add mod">
          <ac:chgData name="Luke Gaffney" userId="6fa697cc8cd57f76" providerId="LiveId" clId="{528BD4CA-A453-43AA-8F73-3E975C3B2CFE}" dt="2025-12-16T20:13:21.183" v="2003"/>
          <ac:spMkLst>
            <pc:docMk/>
            <pc:sldMk cId="3484887589" sldId="257"/>
            <ac:spMk id="4" creationId="{35E1C994-818C-0ACC-C41E-5E01DA946D82}"/>
          </ac:spMkLst>
        </pc:spChg>
        <pc:spChg chg="add">
          <ac:chgData name="Luke Gaffney" userId="6fa697cc8cd57f76" providerId="LiveId" clId="{528BD4CA-A453-43AA-8F73-3E975C3B2CFE}" dt="2025-12-12T21:01:24.468" v="854" actId="26606"/>
          <ac:spMkLst>
            <pc:docMk/>
            <pc:sldMk cId="3484887589" sldId="257"/>
            <ac:spMk id="11" creationId="{777A147A-9ED8-46B4-8660-1B3C2AA880B5}"/>
          </ac:spMkLst>
        </pc:spChg>
        <pc:spChg chg="add">
          <ac:chgData name="Luke Gaffney" userId="6fa697cc8cd57f76" providerId="LiveId" clId="{528BD4CA-A453-43AA-8F73-3E975C3B2CFE}" dt="2025-12-12T21:01:24.468" v="854" actId="26606"/>
          <ac:spMkLst>
            <pc:docMk/>
            <pc:sldMk cId="3484887589" sldId="257"/>
            <ac:spMk id="12" creationId="{5D6C15A0-C087-4593-8414-2B4EC1CDC3DE}"/>
          </ac:spMkLst>
        </pc:spChg>
      </pc:sldChg>
      <pc:sldChg chg="new">
        <pc:chgData name="Luke Gaffney" userId="6fa697cc8cd57f76" providerId="LiveId" clId="{528BD4CA-A453-43AA-8F73-3E975C3B2CFE}" dt="2025-12-12T20:34:04.824" v="105" actId="680"/>
        <pc:sldMkLst>
          <pc:docMk/>
          <pc:sldMk cId="2089873993" sldId="258"/>
        </pc:sldMkLst>
      </pc:sldChg>
      <pc:sldChg chg="addSp delSp modSp new del mod ord">
        <pc:chgData name="Luke Gaffney" userId="6fa697cc8cd57f76" providerId="LiveId" clId="{528BD4CA-A453-43AA-8F73-3E975C3B2CFE}" dt="2025-12-16T20:18:23.960" v="2092" actId="2696"/>
        <pc:sldMkLst>
          <pc:docMk/>
          <pc:sldMk cId="4256615336" sldId="259"/>
        </pc:sldMkLst>
      </pc:sldChg>
      <pc:sldChg chg="modSp new mod">
        <pc:chgData name="Luke Gaffney" userId="6fa697cc8cd57f76" providerId="LiveId" clId="{528BD4CA-A453-43AA-8F73-3E975C3B2CFE}" dt="2025-12-12T20:43:19.299" v="648" actId="33524"/>
        <pc:sldMkLst>
          <pc:docMk/>
          <pc:sldMk cId="1207719912" sldId="261"/>
        </pc:sldMkLst>
        <pc:spChg chg="mod">
          <ac:chgData name="Luke Gaffney" userId="6fa697cc8cd57f76" providerId="LiveId" clId="{528BD4CA-A453-43AA-8F73-3E975C3B2CFE}" dt="2025-12-12T20:41:19.982" v="302" actId="20577"/>
          <ac:spMkLst>
            <pc:docMk/>
            <pc:sldMk cId="1207719912" sldId="261"/>
            <ac:spMk id="2" creationId="{EB6AA002-A52A-2C2F-DCCF-6FF92824A7CA}"/>
          </ac:spMkLst>
        </pc:spChg>
        <pc:spChg chg="mod">
          <ac:chgData name="Luke Gaffney" userId="6fa697cc8cd57f76" providerId="LiveId" clId="{528BD4CA-A453-43AA-8F73-3E975C3B2CFE}" dt="2025-12-12T20:43:19.299" v="648" actId="33524"/>
          <ac:spMkLst>
            <pc:docMk/>
            <pc:sldMk cId="1207719912" sldId="261"/>
            <ac:spMk id="3" creationId="{BB145E68-5586-D399-F52B-0278573900B0}"/>
          </ac:spMkLst>
        </pc:spChg>
      </pc:sldChg>
      <pc:sldChg chg="addSp delSp modSp new mod">
        <pc:chgData name="Luke Gaffney" userId="6fa697cc8cd57f76" providerId="LiveId" clId="{528BD4CA-A453-43AA-8F73-3E975C3B2CFE}" dt="2025-12-12T20:51:09.267" v="825" actId="21"/>
        <pc:sldMkLst>
          <pc:docMk/>
          <pc:sldMk cId="1193282334" sldId="262"/>
        </pc:sldMkLst>
        <pc:spChg chg="mod">
          <ac:chgData name="Luke Gaffney" userId="6fa697cc8cd57f76" providerId="LiveId" clId="{528BD4CA-A453-43AA-8F73-3E975C3B2CFE}" dt="2025-12-12T20:50:41.110" v="801" actId="20577"/>
          <ac:spMkLst>
            <pc:docMk/>
            <pc:sldMk cId="1193282334" sldId="262"/>
            <ac:spMk id="2" creationId="{D95E2FBC-4EDC-886D-58D4-70F1EC46B66B}"/>
          </ac:spMkLst>
        </pc:spChg>
        <pc:spChg chg="add mod">
          <ac:chgData name="Luke Gaffney" userId="6fa697cc8cd57f76" providerId="LiveId" clId="{528BD4CA-A453-43AA-8F73-3E975C3B2CFE}" dt="2025-12-12T20:51:03.520" v="823" actId="20577"/>
          <ac:spMkLst>
            <pc:docMk/>
            <pc:sldMk cId="1193282334" sldId="262"/>
            <ac:spMk id="4" creationId="{FCE73DFB-2501-85DD-1756-12255EF4E6B5}"/>
          </ac:spMkLst>
        </pc:spChg>
      </pc:sldChg>
      <pc:sldChg chg="new">
        <pc:chgData name="Luke Gaffney" userId="6fa697cc8cd57f76" providerId="LiveId" clId="{528BD4CA-A453-43AA-8F73-3E975C3B2CFE}" dt="2025-12-12T20:38:56.099" v="168" actId="680"/>
        <pc:sldMkLst>
          <pc:docMk/>
          <pc:sldMk cId="1566373435" sldId="263"/>
        </pc:sldMkLst>
      </pc:sldChg>
      <pc:sldChg chg="new">
        <pc:chgData name="Luke Gaffney" userId="6fa697cc8cd57f76" providerId="LiveId" clId="{528BD4CA-A453-43AA-8F73-3E975C3B2CFE}" dt="2025-12-12T20:38:56.300" v="169" actId="680"/>
        <pc:sldMkLst>
          <pc:docMk/>
          <pc:sldMk cId="2131893593" sldId="264"/>
        </pc:sldMkLst>
      </pc:sldChg>
      <pc:sldChg chg="new">
        <pc:chgData name="Luke Gaffney" userId="6fa697cc8cd57f76" providerId="LiveId" clId="{528BD4CA-A453-43AA-8F73-3E975C3B2CFE}" dt="2025-12-12T20:38:56.526" v="170" actId="680"/>
        <pc:sldMkLst>
          <pc:docMk/>
          <pc:sldMk cId="3953580220" sldId="265"/>
        </pc:sldMkLst>
      </pc:sldChg>
      <pc:sldChg chg="modSp new del mod">
        <pc:chgData name="Luke Gaffney" userId="6fa697cc8cd57f76" providerId="LiveId" clId="{528BD4CA-A453-43AA-8F73-3E975C3B2CFE}" dt="2025-12-16T20:18:21.612" v="2091" actId="2696"/>
        <pc:sldMkLst>
          <pc:docMk/>
          <pc:sldMk cId="16820051" sldId="266"/>
        </pc:sldMkLst>
        <pc:spChg chg="mod">
          <ac:chgData name="Luke Gaffney" userId="6fa697cc8cd57f76" providerId="LiveId" clId="{528BD4CA-A453-43AA-8F73-3E975C3B2CFE}" dt="2025-12-16T20:06:51.454" v="1983" actId="20577"/>
          <ac:spMkLst>
            <pc:docMk/>
            <pc:sldMk cId="16820051" sldId="266"/>
            <ac:spMk id="3" creationId="{0757251D-C7E6-C937-2495-F7C4844931E5}"/>
          </ac:spMkLst>
        </pc:spChg>
      </pc:sldChg>
      <pc:sldChg chg="modSp new del mod">
        <pc:chgData name="Luke Gaffney" userId="6fa697cc8cd57f76" providerId="LiveId" clId="{528BD4CA-A453-43AA-8F73-3E975C3B2CFE}" dt="2025-12-16T20:16:09.686" v="2055" actId="2696"/>
        <pc:sldMkLst>
          <pc:docMk/>
          <pc:sldMk cId="1527660659" sldId="267"/>
        </pc:sldMkLst>
        <pc:spChg chg="mod">
          <ac:chgData name="Luke Gaffney" userId="6fa697cc8cd57f76" providerId="LiveId" clId="{528BD4CA-A453-43AA-8F73-3E975C3B2CFE}" dt="2025-12-16T20:15:13.194" v="2048" actId="27636"/>
          <ac:spMkLst>
            <pc:docMk/>
            <pc:sldMk cId="1527660659" sldId="267"/>
            <ac:spMk id="2" creationId="{49CAD8CE-E46F-E41A-ED18-4DE6245750EC}"/>
          </ac:spMkLst>
        </pc:spChg>
        <pc:spChg chg="mod">
          <ac:chgData name="Luke Gaffney" userId="6fa697cc8cd57f76" providerId="LiveId" clId="{528BD4CA-A453-43AA-8F73-3E975C3B2CFE}" dt="2025-12-16T20:15:16.019" v="2049" actId="20577"/>
          <ac:spMkLst>
            <pc:docMk/>
            <pc:sldMk cId="1527660659" sldId="267"/>
            <ac:spMk id="3" creationId="{4C6E111B-9533-8222-A21E-DDCB075DC158}"/>
          </ac:spMkLst>
        </pc:spChg>
      </pc:sldChg>
      <pc:sldChg chg="add del">
        <pc:chgData name="Luke Gaffney" userId="6fa697cc8cd57f76" providerId="LiveId" clId="{528BD4CA-A453-43AA-8F73-3E975C3B2CFE}" dt="2025-12-16T20:16:39.730" v="2060" actId="2696"/>
        <pc:sldMkLst>
          <pc:docMk/>
          <pc:sldMk cId="2894930848" sldId="267"/>
        </pc:sldMkLst>
      </pc:sldChg>
      <pc:sldChg chg="modSp new">
        <pc:chgData name="Luke Gaffney" userId="6fa697cc8cd57f76" providerId="LiveId" clId="{528BD4CA-A453-43AA-8F73-3E975C3B2CFE}" dt="2025-12-12T20:53:56.644" v="839"/>
        <pc:sldMkLst>
          <pc:docMk/>
          <pc:sldMk cId="824515723" sldId="268"/>
        </pc:sldMkLst>
        <pc:spChg chg="mod">
          <ac:chgData name="Luke Gaffney" userId="6fa697cc8cd57f76" providerId="LiveId" clId="{528BD4CA-A453-43AA-8F73-3E975C3B2CFE}" dt="2025-12-12T20:53:52.397" v="838"/>
          <ac:spMkLst>
            <pc:docMk/>
            <pc:sldMk cId="824515723" sldId="268"/>
            <ac:spMk id="2" creationId="{0F5C9FFE-6FDE-4EB6-AE41-602F2085BCB0}"/>
          </ac:spMkLst>
        </pc:spChg>
        <pc:spChg chg="mod">
          <ac:chgData name="Luke Gaffney" userId="6fa697cc8cd57f76" providerId="LiveId" clId="{528BD4CA-A453-43AA-8F73-3E975C3B2CFE}" dt="2025-12-12T20:53:56.644" v="839"/>
          <ac:spMkLst>
            <pc:docMk/>
            <pc:sldMk cId="824515723" sldId="268"/>
            <ac:spMk id="3" creationId="{CD87CBF9-D41E-2FC5-AFF8-067A1949B0EB}"/>
          </ac:spMkLst>
        </pc:spChg>
      </pc:sldChg>
      <pc:sldChg chg="modSp new">
        <pc:chgData name="Luke Gaffney" userId="6fa697cc8cd57f76" providerId="LiveId" clId="{528BD4CA-A453-43AA-8F73-3E975C3B2CFE}" dt="2025-12-12T20:54:08.614" v="841"/>
        <pc:sldMkLst>
          <pc:docMk/>
          <pc:sldMk cId="890699589" sldId="269"/>
        </pc:sldMkLst>
        <pc:spChg chg="mod">
          <ac:chgData name="Luke Gaffney" userId="6fa697cc8cd57f76" providerId="LiveId" clId="{528BD4CA-A453-43AA-8F73-3E975C3B2CFE}" dt="2025-12-12T20:54:03.842" v="840"/>
          <ac:spMkLst>
            <pc:docMk/>
            <pc:sldMk cId="890699589" sldId="269"/>
            <ac:spMk id="2" creationId="{CCB3B3DF-85A0-B5EF-5E38-064E76FB4937}"/>
          </ac:spMkLst>
        </pc:spChg>
        <pc:spChg chg="mod">
          <ac:chgData name="Luke Gaffney" userId="6fa697cc8cd57f76" providerId="LiveId" clId="{528BD4CA-A453-43AA-8F73-3E975C3B2CFE}" dt="2025-12-12T20:54:08.614" v="841"/>
          <ac:spMkLst>
            <pc:docMk/>
            <pc:sldMk cId="890699589" sldId="269"/>
            <ac:spMk id="3" creationId="{A23DEC2E-57B4-61D3-4D67-922D4E24DF79}"/>
          </ac:spMkLst>
        </pc:spChg>
      </pc:sldChg>
      <pc:sldChg chg="modSp new">
        <pc:chgData name="Luke Gaffney" userId="6fa697cc8cd57f76" providerId="LiveId" clId="{528BD4CA-A453-43AA-8F73-3E975C3B2CFE}" dt="2025-12-12T20:54:23.973" v="846"/>
        <pc:sldMkLst>
          <pc:docMk/>
          <pc:sldMk cId="2559171288" sldId="270"/>
        </pc:sldMkLst>
        <pc:spChg chg="mod">
          <ac:chgData name="Luke Gaffney" userId="6fa697cc8cd57f76" providerId="LiveId" clId="{528BD4CA-A453-43AA-8F73-3E975C3B2CFE}" dt="2025-12-12T20:54:18.543" v="845"/>
          <ac:spMkLst>
            <pc:docMk/>
            <pc:sldMk cId="2559171288" sldId="270"/>
            <ac:spMk id="2" creationId="{7391F692-E959-DF26-EA8C-F65F50B8D268}"/>
          </ac:spMkLst>
        </pc:spChg>
        <pc:spChg chg="mod">
          <ac:chgData name="Luke Gaffney" userId="6fa697cc8cd57f76" providerId="LiveId" clId="{528BD4CA-A453-43AA-8F73-3E975C3B2CFE}" dt="2025-12-12T20:54:23.973" v="846"/>
          <ac:spMkLst>
            <pc:docMk/>
            <pc:sldMk cId="2559171288" sldId="270"/>
            <ac:spMk id="3" creationId="{0A3CD713-3CED-B15D-01E6-C4362F1C0B63}"/>
          </ac:spMkLst>
        </pc:spChg>
      </pc:sldChg>
      <pc:sldChg chg="modSp new">
        <pc:chgData name="Luke Gaffney" userId="6fa697cc8cd57f76" providerId="LiveId" clId="{528BD4CA-A453-43AA-8F73-3E975C3B2CFE}" dt="2025-12-12T20:54:35.988" v="848"/>
        <pc:sldMkLst>
          <pc:docMk/>
          <pc:sldMk cId="2636863429" sldId="271"/>
        </pc:sldMkLst>
        <pc:spChg chg="mod">
          <ac:chgData name="Luke Gaffney" userId="6fa697cc8cd57f76" providerId="LiveId" clId="{528BD4CA-A453-43AA-8F73-3E975C3B2CFE}" dt="2025-12-12T20:54:31.968" v="847"/>
          <ac:spMkLst>
            <pc:docMk/>
            <pc:sldMk cId="2636863429" sldId="271"/>
            <ac:spMk id="2" creationId="{BCEA0593-CDC6-E648-1EAB-AFE0E0AB31BA}"/>
          </ac:spMkLst>
        </pc:spChg>
        <pc:spChg chg="mod">
          <ac:chgData name="Luke Gaffney" userId="6fa697cc8cd57f76" providerId="LiveId" clId="{528BD4CA-A453-43AA-8F73-3E975C3B2CFE}" dt="2025-12-12T20:54:35.988" v="848"/>
          <ac:spMkLst>
            <pc:docMk/>
            <pc:sldMk cId="2636863429" sldId="271"/>
            <ac:spMk id="3" creationId="{EBCFD96A-9171-8268-C0C4-C9B1AD907F6A}"/>
          </ac:spMkLst>
        </pc:spChg>
      </pc:sldChg>
      <pc:sldChg chg="modSp new">
        <pc:chgData name="Luke Gaffney" userId="6fa697cc8cd57f76" providerId="LiveId" clId="{528BD4CA-A453-43AA-8F73-3E975C3B2CFE}" dt="2025-12-12T20:54:49.008" v="850"/>
        <pc:sldMkLst>
          <pc:docMk/>
          <pc:sldMk cId="963223111" sldId="272"/>
        </pc:sldMkLst>
        <pc:spChg chg="mod">
          <ac:chgData name="Luke Gaffney" userId="6fa697cc8cd57f76" providerId="LiveId" clId="{528BD4CA-A453-43AA-8F73-3E975C3B2CFE}" dt="2025-12-12T20:54:43.638" v="849"/>
          <ac:spMkLst>
            <pc:docMk/>
            <pc:sldMk cId="963223111" sldId="272"/>
            <ac:spMk id="2" creationId="{295190D3-118B-5E6C-87FC-9E790B3AFD09}"/>
          </ac:spMkLst>
        </pc:spChg>
        <pc:spChg chg="mod">
          <ac:chgData name="Luke Gaffney" userId="6fa697cc8cd57f76" providerId="LiveId" clId="{528BD4CA-A453-43AA-8F73-3E975C3B2CFE}" dt="2025-12-12T20:54:49.008" v="850"/>
          <ac:spMkLst>
            <pc:docMk/>
            <pc:sldMk cId="963223111" sldId="272"/>
            <ac:spMk id="3" creationId="{50055AD5-E8E3-CEB4-2224-842BB2967029}"/>
          </ac:spMkLst>
        </pc:spChg>
      </pc:sldChg>
      <pc:sldChg chg="modSp new del mod">
        <pc:chgData name="Luke Gaffney" userId="6fa697cc8cd57f76" providerId="LiveId" clId="{528BD4CA-A453-43AA-8F73-3E975C3B2CFE}" dt="2025-12-16T15:18:34.173" v="1532" actId="2696"/>
        <pc:sldMkLst>
          <pc:docMk/>
          <pc:sldMk cId="3425240986" sldId="273"/>
        </pc:sldMkLst>
        <pc:spChg chg="mod">
          <ac:chgData name="Luke Gaffney" userId="6fa697cc8cd57f76" providerId="LiveId" clId="{528BD4CA-A453-43AA-8F73-3E975C3B2CFE}" dt="2025-12-16T15:14:14.446" v="1394" actId="27636"/>
          <ac:spMkLst>
            <pc:docMk/>
            <pc:sldMk cId="3425240986" sldId="273"/>
            <ac:spMk id="3" creationId="{D107BEB7-0F4A-4DCD-5DD0-775F75C3E939}"/>
          </ac:spMkLst>
        </pc:spChg>
      </pc:sldChg>
      <pc:sldChg chg="delSp add del setBg delDesignElem">
        <pc:chgData name="Luke Gaffney" userId="6fa697cc8cd57f76" providerId="LiveId" clId="{528BD4CA-A453-43AA-8F73-3E975C3B2CFE}" dt="2025-12-16T20:15:58.544" v="2053" actId="2696"/>
        <pc:sldMkLst>
          <pc:docMk/>
          <pc:sldMk cId="3800552296" sldId="273"/>
        </pc:sldMkLst>
        <pc:spChg chg="del">
          <ac:chgData name="Luke Gaffney" userId="6fa697cc8cd57f76" providerId="LiveId" clId="{528BD4CA-A453-43AA-8F73-3E975C3B2CFE}" dt="2025-12-16T20:15:48.617" v="2051"/>
          <ac:spMkLst>
            <pc:docMk/>
            <pc:sldMk cId="3800552296" sldId="273"/>
            <ac:spMk id="11" creationId="{0A091B39-5834-10CF-33A8-BFB9B0F8BE65}"/>
          </ac:spMkLst>
        </pc:spChg>
        <pc:spChg chg="del">
          <ac:chgData name="Luke Gaffney" userId="6fa697cc8cd57f76" providerId="LiveId" clId="{528BD4CA-A453-43AA-8F73-3E975C3B2CFE}" dt="2025-12-16T20:15:48.617" v="2051"/>
          <ac:spMkLst>
            <pc:docMk/>
            <pc:sldMk cId="3800552296" sldId="273"/>
            <ac:spMk id="12" creationId="{AEBD5EE8-7E86-B5C6-0A4F-31EF3FCE4B64}"/>
          </ac:spMkLst>
        </pc:spChg>
      </pc:sldChg>
      <pc:sldChg chg="addSp delSp modSp add mod">
        <pc:chgData name="Luke Gaffney" userId="6fa697cc8cd57f76" providerId="LiveId" clId="{528BD4CA-A453-43AA-8F73-3E975C3B2CFE}" dt="2025-12-16T21:05:57.071" v="3000" actId="27107"/>
        <pc:sldMkLst>
          <pc:docMk/>
          <pc:sldMk cId="2901670821" sldId="274"/>
        </pc:sldMkLst>
        <pc:spChg chg="mod">
          <ac:chgData name="Luke Gaffney" userId="6fa697cc8cd57f76" providerId="LiveId" clId="{528BD4CA-A453-43AA-8F73-3E975C3B2CFE}" dt="2025-12-16T20:47:19.893" v="2696" actId="20577"/>
          <ac:spMkLst>
            <pc:docMk/>
            <pc:sldMk cId="2901670821" sldId="274"/>
            <ac:spMk id="2" creationId="{8D76A043-BB49-5CD1-A645-3764CF239248}"/>
          </ac:spMkLst>
        </pc:spChg>
        <pc:spChg chg="del mod">
          <ac:chgData name="Luke Gaffney" userId="6fa697cc8cd57f76" providerId="LiveId" clId="{528BD4CA-A453-43AA-8F73-3E975C3B2CFE}" dt="2025-12-16T20:23:38.723" v="2113" actId="21"/>
          <ac:spMkLst>
            <pc:docMk/>
            <pc:sldMk cId="2901670821" sldId="274"/>
            <ac:spMk id="3" creationId="{1CC699DA-7132-6704-65FD-91BF2E344CE9}"/>
          </ac:spMkLst>
        </pc:spChg>
        <pc:spChg chg="del mod">
          <ac:chgData name="Luke Gaffney" userId="6fa697cc8cd57f76" providerId="LiveId" clId="{528BD4CA-A453-43AA-8F73-3E975C3B2CFE}" dt="2025-12-16T20:16:15.988" v="2058"/>
          <ac:spMkLst>
            <pc:docMk/>
            <pc:sldMk cId="2901670821" sldId="274"/>
            <ac:spMk id="4" creationId="{08256EEE-C0D4-224A-0E86-49FEAFB1E61F}"/>
          </ac:spMkLst>
        </pc:spChg>
        <pc:spChg chg="add del mod">
          <ac:chgData name="Luke Gaffney" userId="6fa697cc8cd57f76" providerId="LiveId" clId="{528BD4CA-A453-43AA-8F73-3E975C3B2CFE}" dt="2025-12-16T20:23:38.735" v="2115"/>
          <ac:spMkLst>
            <pc:docMk/>
            <pc:sldMk cId="2901670821" sldId="274"/>
            <ac:spMk id="5" creationId="{627204EA-5B14-A009-0AE6-BF3125349C78}"/>
          </ac:spMkLst>
        </pc:spChg>
        <pc:spChg chg="add mod">
          <ac:chgData name="Luke Gaffney" userId="6fa697cc8cd57f76" providerId="LiveId" clId="{528BD4CA-A453-43AA-8F73-3E975C3B2CFE}" dt="2025-12-16T21:05:57.071" v="3000" actId="27107"/>
          <ac:spMkLst>
            <pc:docMk/>
            <pc:sldMk cId="2901670821" sldId="274"/>
            <ac:spMk id="7" creationId="{28BCEFCE-E636-FCA7-D710-C8C0817C4DFA}"/>
          </ac:spMkLst>
        </pc:spChg>
        <pc:spChg chg="add">
          <ac:chgData name="Luke Gaffney" userId="6fa697cc8cd57f76" providerId="LiveId" clId="{528BD4CA-A453-43AA-8F73-3E975C3B2CFE}" dt="2025-12-16T20:24:10.647" v="2145"/>
          <ac:spMkLst>
            <pc:docMk/>
            <pc:sldMk cId="2901670821" sldId="274"/>
            <ac:spMk id="8" creationId="{00892F44-FF96-07D7-537D-B76EAD26A924}"/>
          </ac:spMkLst>
        </pc:spChg>
        <pc:spChg chg="add del mod">
          <ac:chgData name="Luke Gaffney" userId="6fa697cc8cd57f76" providerId="LiveId" clId="{528BD4CA-A453-43AA-8F73-3E975C3B2CFE}" dt="2025-12-16T20:58:38.500" v="2729"/>
          <ac:spMkLst>
            <pc:docMk/>
            <pc:sldMk cId="2901670821" sldId="274"/>
            <ac:spMk id="9" creationId="{652AC309-3456-A56A-CD61-F4DAD0A0573B}"/>
          </ac:spMkLst>
        </pc:spChg>
        <pc:spChg chg="add mod">
          <ac:chgData name="Luke Gaffney" userId="6fa697cc8cd57f76" providerId="LiveId" clId="{528BD4CA-A453-43AA-8F73-3E975C3B2CFE}" dt="2025-12-16T21:05:38.713" v="2999" actId="122"/>
          <ac:spMkLst>
            <pc:docMk/>
            <pc:sldMk cId="2901670821" sldId="274"/>
            <ac:spMk id="10" creationId="{09D707F1-79F2-404B-0223-449BE814DF47}"/>
          </ac:spMkLst>
        </pc:spChg>
        <pc:spChg chg="del">
          <ac:chgData name="Luke Gaffney" userId="6fa697cc8cd57f76" providerId="LiveId" clId="{528BD4CA-A453-43AA-8F73-3E975C3B2CFE}" dt="2025-12-16T20:23:13.879" v="2110" actId="26606"/>
          <ac:spMkLst>
            <pc:docMk/>
            <pc:sldMk cId="2901670821" sldId="274"/>
            <ac:spMk id="11" creationId="{CFAED281-4CCF-8226-AA6E-93F86FBAA3ED}"/>
          </ac:spMkLst>
        </pc:spChg>
        <pc:spChg chg="del">
          <ac:chgData name="Luke Gaffney" userId="6fa697cc8cd57f76" providerId="LiveId" clId="{528BD4CA-A453-43AA-8F73-3E975C3B2CFE}" dt="2025-12-16T20:23:13.879" v="2110" actId="26606"/>
          <ac:spMkLst>
            <pc:docMk/>
            <pc:sldMk cId="2901670821" sldId="274"/>
            <ac:spMk id="12" creationId="{67D366ED-52FD-1499-7CFC-8A9076396025}"/>
          </ac:spMkLst>
        </pc:spChg>
        <pc:spChg chg="add">
          <ac:chgData name="Luke Gaffney" userId="6fa697cc8cd57f76" providerId="LiveId" clId="{528BD4CA-A453-43AA-8F73-3E975C3B2CFE}" dt="2025-12-16T20:23:13.879" v="2110" actId="26606"/>
          <ac:spMkLst>
            <pc:docMk/>
            <pc:sldMk cId="2901670821" sldId="274"/>
            <ac:spMk id="17" creationId="{100EDD19-6802-4EC3-95CE-CFFAB042CFD6}"/>
          </ac:spMkLst>
        </pc:spChg>
        <pc:spChg chg="add">
          <ac:chgData name="Luke Gaffney" userId="6fa697cc8cd57f76" providerId="LiveId" clId="{528BD4CA-A453-43AA-8F73-3E975C3B2CFE}" dt="2025-12-16T20:23:13.879" v="2110" actId="26606"/>
          <ac:spMkLst>
            <pc:docMk/>
            <pc:sldMk cId="2901670821" sldId="274"/>
            <ac:spMk id="19" creationId="{DB17E863-922E-4C26-BD64-E8FD41D28661}"/>
          </ac:spMkLst>
        </pc:spChg>
      </pc:sldChg>
      <pc:sldChg chg="modSp add mod">
        <pc:chgData name="Luke Gaffney" userId="6fa697cc8cd57f76" providerId="LiveId" clId="{528BD4CA-A453-43AA-8F73-3E975C3B2CFE}" dt="2025-12-16T20:57:49.717" v="2726" actId="20577"/>
        <pc:sldMkLst>
          <pc:docMk/>
          <pc:sldMk cId="4045112871" sldId="275"/>
        </pc:sldMkLst>
        <pc:spChg chg="mod">
          <ac:chgData name="Luke Gaffney" userId="6fa697cc8cd57f76" providerId="LiveId" clId="{528BD4CA-A453-43AA-8F73-3E975C3B2CFE}" dt="2025-12-16T20:16:57.302" v="2063"/>
          <ac:spMkLst>
            <pc:docMk/>
            <pc:sldMk cId="4045112871" sldId="275"/>
            <ac:spMk id="2" creationId="{C9B228D7-8329-3F75-828E-FC46FA1AD6D9}"/>
          </ac:spMkLst>
        </pc:spChg>
        <pc:spChg chg="mod">
          <ac:chgData name="Luke Gaffney" userId="6fa697cc8cd57f76" providerId="LiveId" clId="{528BD4CA-A453-43AA-8F73-3E975C3B2CFE}" dt="2025-12-16T20:57:49.717" v="2726" actId="20577"/>
          <ac:spMkLst>
            <pc:docMk/>
            <pc:sldMk cId="4045112871" sldId="275"/>
            <ac:spMk id="4" creationId="{337C5CAA-78BD-6151-0CC5-8CA452F48391}"/>
          </ac:spMkLst>
        </pc:spChg>
      </pc:sldChg>
      <pc:sldChg chg="modSp add mod">
        <pc:chgData name="Luke Gaffney" userId="6fa697cc8cd57f76" providerId="LiveId" clId="{528BD4CA-A453-43AA-8F73-3E975C3B2CFE}" dt="2025-12-16T20:47:53.149" v="2699" actId="20577"/>
        <pc:sldMkLst>
          <pc:docMk/>
          <pc:sldMk cId="375576328" sldId="276"/>
        </pc:sldMkLst>
        <pc:spChg chg="mod">
          <ac:chgData name="Luke Gaffney" userId="6fa697cc8cd57f76" providerId="LiveId" clId="{528BD4CA-A453-43AA-8F73-3E975C3B2CFE}" dt="2025-12-16T20:47:53.149" v="2699" actId="20577"/>
          <ac:spMkLst>
            <pc:docMk/>
            <pc:sldMk cId="375576328" sldId="276"/>
            <ac:spMk id="2" creationId="{DA257EA6-9226-8536-D960-FA19B4046AFB}"/>
          </ac:spMkLst>
        </pc:spChg>
        <pc:spChg chg="mod">
          <ac:chgData name="Luke Gaffney" userId="6fa697cc8cd57f76" providerId="LiveId" clId="{528BD4CA-A453-43AA-8F73-3E975C3B2CFE}" dt="2025-12-16T20:18:19.167" v="2090" actId="1076"/>
          <ac:spMkLst>
            <pc:docMk/>
            <pc:sldMk cId="375576328" sldId="276"/>
            <ac:spMk id="4" creationId="{7C1623FB-D315-5A2E-1DAC-77854AF851F2}"/>
          </ac:spMkLst>
        </pc:spChg>
      </pc:sldChg>
      <pc:sldChg chg="addSp modSp new del mod setBg setClrOvrMap">
        <pc:chgData name="Luke Gaffney" userId="6fa697cc8cd57f76" providerId="LiveId" clId="{528BD4CA-A453-43AA-8F73-3E975C3B2CFE}" dt="2025-12-16T20:22:29.257" v="2103" actId="2696"/>
        <pc:sldMkLst>
          <pc:docMk/>
          <pc:sldMk cId="4175742867" sldId="277"/>
        </pc:sldMkLst>
        <pc:spChg chg="mod">
          <ac:chgData name="Luke Gaffney" userId="6fa697cc8cd57f76" providerId="LiveId" clId="{528BD4CA-A453-43AA-8F73-3E975C3B2CFE}" dt="2025-12-16T20:21:52.771" v="2095" actId="26606"/>
          <ac:spMkLst>
            <pc:docMk/>
            <pc:sldMk cId="4175742867" sldId="277"/>
            <ac:spMk id="2" creationId="{5ED079B4-7179-E687-A635-1AC287284693}"/>
          </ac:spMkLst>
        </pc:spChg>
        <pc:spChg chg="mod">
          <ac:chgData name="Luke Gaffney" userId="6fa697cc8cd57f76" providerId="LiveId" clId="{528BD4CA-A453-43AA-8F73-3E975C3B2CFE}" dt="2025-12-16T20:22:24.602" v="2102" actId="20577"/>
          <ac:spMkLst>
            <pc:docMk/>
            <pc:sldMk cId="4175742867" sldId="277"/>
            <ac:spMk id="3" creationId="{C7C6A7A8-7915-D129-8654-8715B28B6088}"/>
          </ac:spMkLst>
        </pc:spChg>
        <pc:spChg chg="mod">
          <ac:chgData name="Luke Gaffney" userId="6fa697cc8cd57f76" providerId="LiveId" clId="{528BD4CA-A453-43AA-8F73-3E975C3B2CFE}" dt="2025-12-16T20:21:52.771" v="2095" actId="26606"/>
          <ac:spMkLst>
            <pc:docMk/>
            <pc:sldMk cId="4175742867" sldId="277"/>
            <ac:spMk id="4" creationId="{7C41AEC8-A3CC-1106-245D-921860E02A4F}"/>
          </ac:spMkLst>
        </pc:spChg>
        <pc:spChg chg="add">
          <ac:chgData name="Luke Gaffney" userId="6fa697cc8cd57f76" providerId="LiveId" clId="{528BD4CA-A453-43AA-8F73-3E975C3B2CFE}" dt="2025-12-16T20:21:52.771" v="2095" actId="26606"/>
          <ac:spMkLst>
            <pc:docMk/>
            <pc:sldMk cId="4175742867" sldId="277"/>
            <ac:spMk id="9" creationId="{19C052EA-05E2-403D-965E-52D1BFFA24DF}"/>
          </ac:spMkLst>
        </pc:spChg>
        <pc:spChg chg="add">
          <ac:chgData name="Luke Gaffney" userId="6fa697cc8cd57f76" providerId="LiveId" clId="{528BD4CA-A453-43AA-8F73-3E975C3B2CFE}" dt="2025-12-16T20:21:52.771" v="2095" actId="26606"/>
          <ac:spMkLst>
            <pc:docMk/>
            <pc:sldMk cId="4175742867" sldId="277"/>
            <ac:spMk id="11" creationId="{4C1936B8-2FFB-4F78-8388-B8C282B8A5BC}"/>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838B0-975D-31C0-7BD2-130C2454344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BB2F58E-52D2-45F0-509A-3E4302E780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CF3F032-6152-B5C7-54EF-7EB35DF144E5}"/>
              </a:ext>
            </a:extLst>
          </p:cNvPr>
          <p:cNvSpPr>
            <a:spLocks noGrp="1"/>
          </p:cNvSpPr>
          <p:nvPr>
            <p:ph type="dt" sz="half" idx="10"/>
          </p:nvPr>
        </p:nvSpPr>
        <p:spPr/>
        <p:txBody>
          <a:bodyPr/>
          <a:lstStyle/>
          <a:p>
            <a:fld id="{13FBD760-3C71-467A-88B1-1440ED683542}" type="datetimeFigureOut">
              <a:rPr lang="en-US" smtClean="0"/>
              <a:t>12/16/2025</a:t>
            </a:fld>
            <a:endParaRPr lang="en-US"/>
          </a:p>
        </p:txBody>
      </p:sp>
      <p:sp>
        <p:nvSpPr>
          <p:cNvPr id="5" name="Footer Placeholder 4">
            <a:extLst>
              <a:ext uri="{FF2B5EF4-FFF2-40B4-BE49-F238E27FC236}">
                <a16:creationId xmlns:a16="http://schemas.microsoft.com/office/drawing/2014/main" id="{2E7E7F83-9F97-0164-4B11-1CACCD45E8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C8B827-DA72-76BF-61CA-181EA87576EF}"/>
              </a:ext>
            </a:extLst>
          </p:cNvPr>
          <p:cNvSpPr>
            <a:spLocks noGrp="1"/>
          </p:cNvSpPr>
          <p:nvPr>
            <p:ph type="sldNum" sz="quarter" idx="12"/>
          </p:nvPr>
        </p:nvSpPr>
        <p:spPr/>
        <p:txBody>
          <a:bodyPr/>
          <a:lstStyle/>
          <a:p>
            <a:fld id="{16CD607A-72E9-4BF2-9356-F51220A4424A}" type="slidenum">
              <a:rPr lang="en-US" smtClean="0"/>
              <a:t>‹#›</a:t>
            </a:fld>
            <a:endParaRPr lang="en-US"/>
          </a:p>
        </p:txBody>
      </p:sp>
    </p:spTree>
    <p:extLst>
      <p:ext uri="{BB962C8B-B14F-4D97-AF65-F5344CB8AC3E}">
        <p14:creationId xmlns:p14="http://schemas.microsoft.com/office/powerpoint/2010/main" val="14866020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50E89-F670-4E88-3E52-1AA9D7600C8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21374FA-5609-F22E-26ED-7885D3E3514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1C0E74-7F8C-66C3-FE01-9E3D2BA99CDF}"/>
              </a:ext>
            </a:extLst>
          </p:cNvPr>
          <p:cNvSpPr>
            <a:spLocks noGrp="1"/>
          </p:cNvSpPr>
          <p:nvPr>
            <p:ph type="dt" sz="half" idx="10"/>
          </p:nvPr>
        </p:nvSpPr>
        <p:spPr/>
        <p:txBody>
          <a:bodyPr/>
          <a:lstStyle/>
          <a:p>
            <a:fld id="{13FBD760-3C71-467A-88B1-1440ED683542}" type="datetimeFigureOut">
              <a:rPr lang="en-US" smtClean="0"/>
              <a:t>12/16/2025</a:t>
            </a:fld>
            <a:endParaRPr lang="en-US"/>
          </a:p>
        </p:txBody>
      </p:sp>
      <p:sp>
        <p:nvSpPr>
          <p:cNvPr id="5" name="Footer Placeholder 4">
            <a:extLst>
              <a:ext uri="{FF2B5EF4-FFF2-40B4-BE49-F238E27FC236}">
                <a16:creationId xmlns:a16="http://schemas.microsoft.com/office/drawing/2014/main" id="{43335726-2349-EDE0-794B-25EA1D3044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811528-EF31-3213-AA8C-2CD786F52F19}"/>
              </a:ext>
            </a:extLst>
          </p:cNvPr>
          <p:cNvSpPr>
            <a:spLocks noGrp="1"/>
          </p:cNvSpPr>
          <p:nvPr>
            <p:ph type="sldNum" sz="quarter" idx="12"/>
          </p:nvPr>
        </p:nvSpPr>
        <p:spPr/>
        <p:txBody>
          <a:bodyPr/>
          <a:lstStyle/>
          <a:p>
            <a:fld id="{16CD607A-72E9-4BF2-9356-F51220A4424A}" type="slidenum">
              <a:rPr lang="en-US" smtClean="0"/>
              <a:t>‹#›</a:t>
            </a:fld>
            <a:endParaRPr lang="en-US"/>
          </a:p>
        </p:txBody>
      </p:sp>
    </p:spTree>
    <p:extLst>
      <p:ext uri="{BB962C8B-B14F-4D97-AF65-F5344CB8AC3E}">
        <p14:creationId xmlns:p14="http://schemas.microsoft.com/office/powerpoint/2010/main" val="1058670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C2E8B-C2FA-9286-E03F-5062DD039F6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ACE3503-19AF-41A1-092B-60F71F8E30E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56C9196-F250-9AC7-C084-0C296B6EF68A}"/>
              </a:ext>
            </a:extLst>
          </p:cNvPr>
          <p:cNvSpPr>
            <a:spLocks noGrp="1"/>
          </p:cNvSpPr>
          <p:nvPr>
            <p:ph type="dt" sz="half" idx="10"/>
          </p:nvPr>
        </p:nvSpPr>
        <p:spPr/>
        <p:txBody>
          <a:bodyPr/>
          <a:lstStyle/>
          <a:p>
            <a:fld id="{13FBD760-3C71-467A-88B1-1440ED683542}" type="datetimeFigureOut">
              <a:rPr lang="en-US" smtClean="0"/>
              <a:t>12/16/2025</a:t>
            </a:fld>
            <a:endParaRPr lang="en-US"/>
          </a:p>
        </p:txBody>
      </p:sp>
      <p:sp>
        <p:nvSpPr>
          <p:cNvPr id="5" name="Footer Placeholder 4">
            <a:extLst>
              <a:ext uri="{FF2B5EF4-FFF2-40B4-BE49-F238E27FC236}">
                <a16:creationId xmlns:a16="http://schemas.microsoft.com/office/drawing/2014/main" id="{A342C2E2-AADD-09B1-ECA7-26C53131CE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16FFD7-1E59-034B-3879-28E65E068368}"/>
              </a:ext>
            </a:extLst>
          </p:cNvPr>
          <p:cNvSpPr>
            <a:spLocks noGrp="1"/>
          </p:cNvSpPr>
          <p:nvPr>
            <p:ph type="sldNum" sz="quarter" idx="12"/>
          </p:nvPr>
        </p:nvSpPr>
        <p:spPr/>
        <p:txBody>
          <a:bodyPr/>
          <a:lstStyle/>
          <a:p>
            <a:fld id="{16CD607A-72E9-4BF2-9356-F51220A4424A}" type="slidenum">
              <a:rPr lang="en-US" smtClean="0"/>
              <a:t>‹#›</a:t>
            </a:fld>
            <a:endParaRPr lang="en-US"/>
          </a:p>
        </p:txBody>
      </p:sp>
    </p:spTree>
    <p:extLst>
      <p:ext uri="{BB962C8B-B14F-4D97-AF65-F5344CB8AC3E}">
        <p14:creationId xmlns:p14="http://schemas.microsoft.com/office/powerpoint/2010/main" val="4885020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F1EF4-8D70-0817-DB5C-3369F32DC3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44E66F9-EA1A-E713-1129-AFC0F085A61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C926150-237C-07E5-F4DF-E50753C097F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FAFE979-9992-5F31-187A-84483C24E7B9}"/>
              </a:ext>
            </a:extLst>
          </p:cNvPr>
          <p:cNvSpPr>
            <a:spLocks noGrp="1"/>
          </p:cNvSpPr>
          <p:nvPr>
            <p:ph type="dt" sz="half" idx="10"/>
          </p:nvPr>
        </p:nvSpPr>
        <p:spPr/>
        <p:txBody>
          <a:bodyPr/>
          <a:lstStyle/>
          <a:p>
            <a:fld id="{13FBD760-3C71-467A-88B1-1440ED683542}" type="datetimeFigureOut">
              <a:rPr lang="en-US" smtClean="0"/>
              <a:t>12/16/2025</a:t>
            </a:fld>
            <a:endParaRPr lang="en-US"/>
          </a:p>
        </p:txBody>
      </p:sp>
      <p:sp>
        <p:nvSpPr>
          <p:cNvPr id="6" name="Footer Placeholder 5">
            <a:extLst>
              <a:ext uri="{FF2B5EF4-FFF2-40B4-BE49-F238E27FC236}">
                <a16:creationId xmlns:a16="http://schemas.microsoft.com/office/drawing/2014/main" id="{2BF4108E-06EC-7DFA-4CBF-53D7FD7424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B67EB0-7D64-B128-A285-B64767E10996}"/>
              </a:ext>
            </a:extLst>
          </p:cNvPr>
          <p:cNvSpPr>
            <a:spLocks noGrp="1"/>
          </p:cNvSpPr>
          <p:nvPr>
            <p:ph type="sldNum" sz="quarter" idx="12"/>
          </p:nvPr>
        </p:nvSpPr>
        <p:spPr/>
        <p:txBody>
          <a:bodyPr/>
          <a:lstStyle/>
          <a:p>
            <a:fld id="{16CD607A-72E9-4BF2-9356-F51220A4424A}" type="slidenum">
              <a:rPr lang="en-US" smtClean="0"/>
              <a:t>‹#›</a:t>
            </a:fld>
            <a:endParaRPr lang="en-US"/>
          </a:p>
        </p:txBody>
      </p:sp>
    </p:spTree>
    <p:extLst>
      <p:ext uri="{BB962C8B-B14F-4D97-AF65-F5344CB8AC3E}">
        <p14:creationId xmlns:p14="http://schemas.microsoft.com/office/powerpoint/2010/main" val="40577123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DE9BF-D271-59F7-CDC8-4BB6BA8E319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51A5B08-8F08-2CB9-0A59-F064AB37185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189D034-3EF6-034B-72C7-61C65E3C63B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E3EFCF9-610A-FF4B-3D06-FF194B3FE9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D5A1D2C-24CF-3533-0350-AAAEFC0537A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1B9B8B4-32D6-2982-33F4-7DBAB725FAE0}"/>
              </a:ext>
            </a:extLst>
          </p:cNvPr>
          <p:cNvSpPr>
            <a:spLocks noGrp="1"/>
          </p:cNvSpPr>
          <p:nvPr>
            <p:ph type="dt" sz="half" idx="10"/>
          </p:nvPr>
        </p:nvSpPr>
        <p:spPr/>
        <p:txBody>
          <a:bodyPr/>
          <a:lstStyle/>
          <a:p>
            <a:fld id="{13FBD760-3C71-467A-88B1-1440ED683542}" type="datetimeFigureOut">
              <a:rPr lang="en-US" smtClean="0"/>
              <a:t>12/16/2025</a:t>
            </a:fld>
            <a:endParaRPr lang="en-US"/>
          </a:p>
        </p:txBody>
      </p:sp>
      <p:sp>
        <p:nvSpPr>
          <p:cNvPr id="8" name="Footer Placeholder 7">
            <a:extLst>
              <a:ext uri="{FF2B5EF4-FFF2-40B4-BE49-F238E27FC236}">
                <a16:creationId xmlns:a16="http://schemas.microsoft.com/office/drawing/2014/main" id="{7D85D933-EB9E-64DD-6AC4-6BF2DE1E16C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691474B-D526-55B5-F8D0-D4D9A6659C04}"/>
              </a:ext>
            </a:extLst>
          </p:cNvPr>
          <p:cNvSpPr>
            <a:spLocks noGrp="1"/>
          </p:cNvSpPr>
          <p:nvPr>
            <p:ph type="sldNum" sz="quarter" idx="12"/>
          </p:nvPr>
        </p:nvSpPr>
        <p:spPr/>
        <p:txBody>
          <a:bodyPr/>
          <a:lstStyle/>
          <a:p>
            <a:fld id="{16CD607A-72E9-4BF2-9356-F51220A4424A}" type="slidenum">
              <a:rPr lang="en-US" smtClean="0"/>
              <a:t>‹#›</a:t>
            </a:fld>
            <a:endParaRPr lang="en-US"/>
          </a:p>
        </p:txBody>
      </p:sp>
    </p:spTree>
    <p:extLst>
      <p:ext uri="{BB962C8B-B14F-4D97-AF65-F5344CB8AC3E}">
        <p14:creationId xmlns:p14="http://schemas.microsoft.com/office/powerpoint/2010/main" val="26125069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85F02-4A00-FEEB-7401-29905178EF4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10F79DE-8C6C-EBEE-AFF4-6600C380058F}"/>
              </a:ext>
            </a:extLst>
          </p:cNvPr>
          <p:cNvSpPr>
            <a:spLocks noGrp="1"/>
          </p:cNvSpPr>
          <p:nvPr>
            <p:ph type="dt" sz="half" idx="10"/>
          </p:nvPr>
        </p:nvSpPr>
        <p:spPr/>
        <p:txBody>
          <a:bodyPr/>
          <a:lstStyle/>
          <a:p>
            <a:fld id="{13FBD760-3C71-467A-88B1-1440ED683542}" type="datetimeFigureOut">
              <a:rPr lang="en-US" smtClean="0"/>
              <a:t>12/16/2025</a:t>
            </a:fld>
            <a:endParaRPr lang="en-US"/>
          </a:p>
        </p:txBody>
      </p:sp>
      <p:sp>
        <p:nvSpPr>
          <p:cNvPr id="4" name="Footer Placeholder 3">
            <a:extLst>
              <a:ext uri="{FF2B5EF4-FFF2-40B4-BE49-F238E27FC236}">
                <a16:creationId xmlns:a16="http://schemas.microsoft.com/office/drawing/2014/main" id="{BE0FCE67-FA2B-D1B0-BEA5-0689789FE1E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348475D-4CAA-3871-ACB6-754155DC20ED}"/>
              </a:ext>
            </a:extLst>
          </p:cNvPr>
          <p:cNvSpPr>
            <a:spLocks noGrp="1"/>
          </p:cNvSpPr>
          <p:nvPr>
            <p:ph type="sldNum" sz="quarter" idx="12"/>
          </p:nvPr>
        </p:nvSpPr>
        <p:spPr/>
        <p:txBody>
          <a:bodyPr/>
          <a:lstStyle/>
          <a:p>
            <a:fld id="{16CD607A-72E9-4BF2-9356-F51220A4424A}" type="slidenum">
              <a:rPr lang="en-US" smtClean="0"/>
              <a:t>‹#›</a:t>
            </a:fld>
            <a:endParaRPr lang="en-US"/>
          </a:p>
        </p:txBody>
      </p:sp>
    </p:spTree>
    <p:extLst>
      <p:ext uri="{BB962C8B-B14F-4D97-AF65-F5344CB8AC3E}">
        <p14:creationId xmlns:p14="http://schemas.microsoft.com/office/powerpoint/2010/main" val="33316027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CFCEDD4-C8B3-C0CA-26ED-C549B6235587}"/>
              </a:ext>
            </a:extLst>
          </p:cNvPr>
          <p:cNvSpPr>
            <a:spLocks noGrp="1"/>
          </p:cNvSpPr>
          <p:nvPr>
            <p:ph type="dt" sz="half" idx="10"/>
          </p:nvPr>
        </p:nvSpPr>
        <p:spPr/>
        <p:txBody>
          <a:bodyPr/>
          <a:lstStyle/>
          <a:p>
            <a:fld id="{13FBD760-3C71-467A-88B1-1440ED683542}" type="datetimeFigureOut">
              <a:rPr lang="en-US" smtClean="0"/>
              <a:t>12/16/2025</a:t>
            </a:fld>
            <a:endParaRPr lang="en-US"/>
          </a:p>
        </p:txBody>
      </p:sp>
      <p:sp>
        <p:nvSpPr>
          <p:cNvPr id="3" name="Footer Placeholder 2">
            <a:extLst>
              <a:ext uri="{FF2B5EF4-FFF2-40B4-BE49-F238E27FC236}">
                <a16:creationId xmlns:a16="http://schemas.microsoft.com/office/drawing/2014/main" id="{28BF2656-8F73-2AB9-3AEC-9B2747D7793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F3B3B3-4FC1-AC29-C7E4-5BADB03A3DCD}"/>
              </a:ext>
            </a:extLst>
          </p:cNvPr>
          <p:cNvSpPr>
            <a:spLocks noGrp="1"/>
          </p:cNvSpPr>
          <p:nvPr>
            <p:ph type="sldNum" sz="quarter" idx="12"/>
          </p:nvPr>
        </p:nvSpPr>
        <p:spPr/>
        <p:txBody>
          <a:bodyPr/>
          <a:lstStyle/>
          <a:p>
            <a:fld id="{16CD607A-72E9-4BF2-9356-F51220A4424A}" type="slidenum">
              <a:rPr lang="en-US" smtClean="0"/>
              <a:t>‹#›</a:t>
            </a:fld>
            <a:endParaRPr lang="en-US"/>
          </a:p>
        </p:txBody>
      </p:sp>
    </p:spTree>
    <p:extLst>
      <p:ext uri="{BB962C8B-B14F-4D97-AF65-F5344CB8AC3E}">
        <p14:creationId xmlns:p14="http://schemas.microsoft.com/office/powerpoint/2010/main" val="29677724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570B3-B4BA-AA12-3A32-39FA11E783E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A7F0DEE-D2DF-E961-7282-0BC2D8876E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741A205-AEB8-D897-5F94-1F12E34DBF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9DFE46-2C9B-35D2-D243-72709CB269DF}"/>
              </a:ext>
            </a:extLst>
          </p:cNvPr>
          <p:cNvSpPr>
            <a:spLocks noGrp="1"/>
          </p:cNvSpPr>
          <p:nvPr>
            <p:ph type="dt" sz="half" idx="10"/>
          </p:nvPr>
        </p:nvSpPr>
        <p:spPr/>
        <p:txBody>
          <a:bodyPr/>
          <a:lstStyle/>
          <a:p>
            <a:fld id="{13FBD760-3C71-467A-88B1-1440ED683542}" type="datetimeFigureOut">
              <a:rPr lang="en-US" smtClean="0"/>
              <a:t>12/16/2025</a:t>
            </a:fld>
            <a:endParaRPr lang="en-US"/>
          </a:p>
        </p:txBody>
      </p:sp>
      <p:sp>
        <p:nvSpPr>
          <p:cNvPr id="6" name="Footer Placeholder 5">
            <a:extLst>
              <a:ext uri="{FF2B5EF4-FFF2-40B4-BE49-F238E27FC236}">
                <a16:creationId xmlns:a16="http://schemas.microsoft.com/office/drawing/2014/main" id="{B990FAE4-F8DC-58C1-5838-5C112BAF56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3D44D7A-A481-B793-36EB-93C2ED894824}"/>
              </a:ext>
            </a:extLst>
          </p:cNvPr>
          <p:cNvSpPr>
            <a:spLocks noGrp="1"/>
          </p:cNvSpPr>
          <p:nvPr>
            <p:ph type="sldNum" sz="quarter" idx="12"/>
          </p:nvPr>
        </p:nvSpPr>
        <p:spPr/>
        <p:txBody>
          <a:bodyPr/>
          <a:lstStyle/>
          <a:p>
            <a:fld id="{16CD607A-72E9-4BF2-9356-F51220A4424A}" type="slidenum">
              <a:rPr lang="en-US" smtClean="0"/>
              <a:t>‹#›</a:t>
            </a:fld>
            <a:endParaRPr lang="en-US"/>
          </a:p>
        </p:txBody>
      </p:sp>
    </p:spTree>
    <p:extLst>
      <p:ext uri="{BB962C8B-B14F-4D97-AF65-F5344CB8AC3E}">
        <p14:creationId xmlns:p14="http://schemas.microsoft.com/office/powerpoint/2010/main" val="20991868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ED6C8-EB4E-48A1-5CE6-DCC89B514A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37E20E6-9043-9EF1-69FA-9C08F6DA67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05E99AC-2F15-B873-7B49-AF750FA781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1D3D93-B00E-2BF1-1322-CA8D92BDDEF4}"/>
              </a:ext>
            </a:extLst>
          </p:cNvPr>
          <p:cNvSpPr>
            <a:spLocks noGrp="1"/>
          </p:cNvSpPr>
          <p:nvPr>
            <p:ph type="dt" sz="half" idx="10"/>
          </p:nvPr>
        </p:nvSpPr>
        <p:spPr/>
        <p:txBody>
          <a:bodyPr/>
          <a:lstStyle/>
          <a:p>
            <a:fld id="{13FBD760-3C71-467A-88B1-1440ED683542}" type="datetimeFigureOut">
              <a:rPr lang="en-US" smtClean="0"/>
              <a:t>12/16/2025</a:t>
            </a:fld>
            <a:endParaRPr lang="en-US"/>
          </a:p>
        </p:txBody>
      </p:sp>
      <p:sp>
        <p:nvSpPr>
          <p:cNvPr id="6" name="Footer Placeholder 5">
            <a:extLst>
              <a:ext uri="{FF2B5EF4-FFF2-40B4-BE49-F238E27FC236}">
                <a16:creationId xmlns:a16="http://schemas.microsoft.com/office/drawing/2014/main" id="{878AE80E-3BF8-3895-DA76-0D4FC1B365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7F440E-A6AE-421F-F21A-9158F42A602E}"/>
              </a:ext>
            </a:extLst>
          </p:cNvPr>
          <p:cNvSpPr>
            <a:spLocks noGrp="1"/>
          </p:cNvSpPr>
          <p:nvPr>
            <p:ph type="sldNum" sz="quarter" idx="12"/>
          </p:nvPr>
        </p:nvSpPr>
        <p:spPr/>
        <p:txBody>
          <a:bodyPr/>
          <a:lstStyle/>
          <a:p>
            <a:fld id="{16CD607A-72E9-4BF2-9356-F51220A4424A}" type="slidenum">
              <a:rPr lang="en-US" smtClean="0"/>
              <a:t>‹#›</a:t>
            </a:fld>
            <a:endParaRPr lang="en-US"/>
          </a:p>
        </p:txBody>
      </p:sp>
    </p:spTree>
    <p:extLst>
      <p:ext uri="{BB962C8B-B14F-4D97-AF65-F5344CB8AC3E}">
        <p14:creationId xmlns:p14="http://schemas.microsoft.com/office/powerpoint/2010/main" val="25880692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09D6A-55E4-E96B-7AAA-490E4B1124F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D28C3DA-E907-7104-FC2F-822FCB66459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0983F7-1A60-ABE5-F5C4-3FAEC5EFB796}"/>
              </a:ext>
            </a:extLst>
          </p:cNvPr>
          <p:cNvSpPr>
            <a:spLocks noGrp="1"/>
          </p:cNvSpPr>
          <p:nvPr>
            <p:ph type="dt" sz="half" idx="10"/>
          </p:nvPr>
        </p:nvSpPr>
        <p:spPr/>
        <p:txBody>
          <a:bodyPr/>
          <a:lstStyle/>
          <a:p>
            <a:fld id="{13FBD760-3C71-467A-88B1-1440ED683542}" type="datetimeFigureOut">
              <a:rPr lang="en-US" smtClean="0"/>
              <a:t>12/16/2025</a:t>
            </a:fld>
            <a:endParaRPr lang="en-US"/>
          </a:p>
        </p:txBody>
      </p:sp>
      <p:sp>
        <p:nvSpPr>
          <p:cNvPr id="5" name="Footer Placeholder 4">
            <a:extLst>
              <a:ext uri="{FF2B5EF4-FFF2-40B4-BE49-F238E27FC236}">
                <a16:creationId xmlns:a16="http://schemas.microsoft.com/office/drawing/2014/main" id="{B67EBBF6-4A85-99DB-669A-17849C39F7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0ED123-26C9-DDE2-9767-83C6171D943A}"/>
              </a:ext>
            </a:extLst>
          </p:cNvPr>
          <p:cNvSpPr>
            <a:spLocks noGrp="1"/>
          </p:cNvSpPr>
          <p:nvPr>
            <p:ph type="sldNum" sz="quarter" idx="12"/>
          </p:nvPr>
        </p:nvSpPr>
        <p:spPr/>
        <p:txBody>
          <a:bodyPr/>
          <a:lstStyle/>
          <a:p>
            <a:fld id="{16CD607A-72E9-4BF2-9356-F51220A4424A}" type="slidenum">
              <a:rPr lang="en-US" smtClean="0"/>
              <a:t>‹#›</a:t>
            </a:fld>
            <a:endParaRPr lang="en-US"/>
          </a:p>
        </p:txBody>
      </p:sp>
    </p:spTree>
    <p:extLst>
      <p:ext uri="{BB962C8B-B14F-4D97-AF65-F5344CB8AC3E}">
        <p14:creationId xmlns:p14="http://schemas.microsoft.com/office/powerpoint/2010/main" val="14839381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05208DA-23A1-B2DA-EAB5-C1FC20091E4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73F736D-53B1-AB46-2B66-10E5DDDCC06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567765-E2E5-DB5D-13F8-0B11DEC18E89}"/>
              </a:ext>
            </a:extLst>
          </p:cNvPr>
          <p:cNvSpPr>
            <a:spLocks noGrp="1"/>
          </p:cNvSpPr>
          <p:nvPr>
            <p:ph type="dt" sz="half" idx="10"/>
          </p:nvPr>
        </p:nvSpPr>
        <p:spPr/>
        <p:txBody>
          <a:bodyPr/>
          <a:lstStyle/>
          <a:p>
            <a:fld id="{13FBD760-3C71-467A-88B1-1440ED683542}" type="datetimeFigureOut">
              <a:rPr lang="en-US" smtClean="0"/>
              <a:t>12/16/2025</a:t>
            </a:fld>
            <a:endParaRPr lang="en-US"/>
          </a:p>
        </p:txBody>
      </p:sp>
      <p:sp>
        <p:nvSpPr>
          <p:cNvPr id="5" name="Footer Placeholder 4">
            <a:extLst>
              <a:ext uri="{FF2B5EF4-FFF2-40B4-BE49-F238E27FC236}">
                <a16:creationId xmlns:a16="http://schemas.microsoft.com/office/drawing/2014/main" id="{EA3220CA-D52F-3532-C9DE-B094EED30F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03457A-AA84-4CD3-FCAD-F750DEFB9C73}"/>
              </a:ext>
            </a:extLst>
          </p:cNvPr>
          <p:cNvSpPr>
            <a:spLocks noGrp="1"/>
          </p:cNvSpPr>
          <p:nvPr>
            <p:ph type="sldNum" sz="quarter" idx="12"/>
          </p:nvPr>
        </p:nvSpPr>
        <p:spPr/>
        <p:txBody>
          <a:bodyPr/>
          <a:lstStyle/>
          <a:p>
            <a:fld id="{16CD607A-72E9-4BF2-9356-F51220A4424A}" type="slidenum">
              <a:rPr lang="en-US" smtClean="0"/>
              <a:t>‹#›</a:t>
            </a:fld>
            <a:endParaRPr lang="en-US"/>
          </a:p>
        </p:txBody>
      </p:sp>
    </p:spTree>
    <p:extLst>
      <p:ext uri="{BB962C8B-B14F-4D97-AF65-F5344CB8AC3E}">
        <p14:creationId xmlns:p14="http://schemas.microsoft.com/office/powerpoint/2010/main" val="22589895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0FFFA7-441F-50E1-A716-AC6833AAAB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D1FB9B9-FF4D-9244-1F7D-98F874CA93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799808-6845-39EA-3256-B3F6ED28AC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3FBD760-3C71-467A-88B1-1440ED683542}" type="datetimeFigureOut">
              <a:rPr lang="en-US" smtClean="0"/>
              <a:t>12/16/2025</a:t>
            </a:fld>
            <a:endParaRPr lang="en-US"/>
          </a:p>
        </p:txBody>
      </p:sp>
      <p:sp>
        <p:nvSpPr>
          <p:cNvPr id="5" name="Footer Placeholder 4">
            <a:extLst>
              <a:ext uri="{FF2B5EF4-FFF2-40B4-BE49-F238E27FC236}">
                <a16:creationId xmlns:a16="http://schemas.microsoft.com/office/drawing/2014/main" id="{28CE2A96-42F0-C2EA-1D5D-2AB730FB56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17B05EC-6F7A-BC17-BDEC-FF9652A1FBA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6CD607A-72E9-4BF2-9356-F51220A4424A}" type="slidenum">
              <a:rPr lang="en-US" smtClean="0"/>
              <a:t>‹#›</a:t>
            </a:fld>
            <a:endParaRPr lang="en-US"/>
          </a:p>
        </p:txBody>
      </p:sp>
    </p:spTree>
    <p:extLst>
      <p:ext uri="{BB962C8B-B14F-4D97-AF65-F5344CB8AC3E}">
        <p14:creationId xmlns:p14="http://schemas.microsoft.com/office/powerpoint/2010/main" val="12877944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871A2F-1D02-6452-5157-8CB541F3456A}"/>
              </a:ext>
            </a:extLst>
          </p:cNvPr>
          <p:cNvSpPr>
            <a:spLocks noGrp="1"/>
          </p:cNvSpPr>
          <p:nvPr>
            <p:ph type="ctrTitle"/>
          </p:nvPr>
        </p:nvSpPr>
        <p:spPr>
          <a:xfrm>
            <a:off x="5297762" y="640080"/>
            <a:ext cx="6251110" cy="3566160"/>
          </a:xfrm>
        </p:spPr>
        <p:txBody>
          <a:bodyPr anchor="b">
            <a:normAutofit/>
          </a:bodyPr>
          <a:lstStyle/>
          <a:p>
            <a:pPr algn="l"/>
            <a:r>
              <a:rPr lang="en-US" sz="5400" dirty="0"/>
              <a:t>A Decade of Change: Housing Affordability in Metro Nashville, 2014–2024</a:t>
            </a:r>
          </a:p>
        </p:txBody>
      </p:sp>
      <p:sp>
        <p:nvSpPr>
          <p:cNvPr id="3" name="Subtitle 2">
            <a:extLst>
              <a:ext uri="{FF2B5EF4-FFF2-40B4-BE49-F238E27FC236}">
                <a16:creationId xmlns:a16="http://schemas.microsoft.com/office/drawing/2014/main" id="{FB4789A9-F273-59F1-B441-515130EFAB92}"/>
              </a:ext>
            </a:extLst>
          </p:cNvPr>
          <p:cNvSpPr>
            <a:spLocks noGrp="1"/>
          </p:cNvSpPr>
          <p:nvPr>
            <p:ph type="subTitle" idx="1"/>
          </p:nvPr>
        </p:nvSpPr>
        <p:spPr>
          <a:xfrm>
            <a:off x="5297760" y="4636008"/>
            <a:ext cx="6251111" cy="1572768"/>
          </a:xfrm>
        </p:spPr>
        <p:txBody>
          <a:bodyPr>
            <a:normAutofit/>
          </a:bodyPr>
          <a:lstStyle/>
          <a:p>
            <a:pPr algn="l"/>
            <a:r>
              <a:rPr lang="en-US" dirty="0"/>
              <a:t>Luke Gaffney</a:t>
            </a:r>
          </a:p>
          <a:p>
            <a:pPr algn="l"/>
            <a:r>
              <a:rPr lang="en-US" dirty="0"/>
              <a:t>DDA17- Capstone Project</a:t>
            </a:r>
          </a:p>
          <a:p>
            <a:pPr algn="l"/>
            <a:endParaRPr lang="en-US" dirty="0"/>
          </a:p>
        </p:txBody>
      </p:sp>
      <p:pic>
        <p:nvPicPr>
          <p:cNvPr id="5" name="Picture 4" descr="Houses in a subdivision">
            <a:extLst>
              <a:ext uri="{FF2B5EF4-FFF2-40B4-BE49-F238E27FC236}">
                <a16:creationId xmlns:a16="http://schemas.microsoft.com/office/drawing/2014/main" id="{F2BEEBFA-CA17-EDF1-8619-5BB733B403C6}"/>
              </a:ext>
            </a:extLst>
          </p:cNvPr>
          <p:cNvPicPr>
            <a:picLocks noChangeAspect="1"/>
          </p:cNvPicPr>
          <p:nvPr/>
        </p:nvPicPr>
        <p:blipFill>
          <a:blip r:embed="rId2"/>
          <a:srcRect l="33472" r="21197" b="-1"/>
          <a:stretch>
            <a:fillRect/>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30"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2862" y="4409267"/>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1415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500"/>
                                  </p:stCondLst>
                                  <p:iterate>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7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9FC05C-E79A-F5B5-327B-29607701820D}"/>
              </a:ext>
            </a:extLst>
          </p:cNvPr>
          <p:cNvSpPr>
            <a:spLocks noGrp="1"/>
          </p:cNvSpPr>
          <p:nvPr>
            <p:ph type="title"/>
          </p:nvPr>
        </p:nvSpPr>
        <p:spPr>
          <a:xfrm>
            <a:off x="841248" y="548640"/>
            <a:ext cx="3600860" cy="5431536"/>
          </a:xfrm>
        </p:spPr>
        <p:txBody>
          <a:bodyPr>
            <a:normAutofit/>
          </a:bodyPr>
          <a:lstStyle/>
          <a:p>
            <a:r>
              <a:rPr lang="en-US" sz="5400" dirty="0"/>
              <a:t>Purpose of this Analysis</a:t>
            </a:r>
          </a:p>
        </p:txBody>
      </p:sp>
      <p:sp>
        <p:nvSpPr>
          <p:cNvPr id="12"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4FBD9FA-EC4F-54A2-0204-2A71E21F1799}"/>
              </a:ext>
            </a:extLst>
          </p:cNvPr>
          <p:cNvSpPr>
            <a:spLocks noGrp="1"/>
          </p:cNvSpPr>
          <p:nvPr>
            <p:ph idx="1"/>
          </p:nvPr>
        </p:nvSpPr>
        <p:spPr>
          <a:xfrm>
            <a:off x="5126418" y="552091"/>
            <a:ext cx="6224335" cy="5431536"/>
          </a:xfrm>
        </p:spPr>
        <p:txBody>
          <a:bodyPr anchor="ctr">
            <a:normAutofit/>
          </a:bodyPr>
          <a:lstStyle/>
          <a:p>
            <a:endParaRPr lang="en-US" sz="1900" dirty="0"/>
          </a:p>
          <a:p>
            <a:pPr marL="0" indent="0">
              <a:buNone/>
            </a:pPr>
            <a:endParaRPr lang="en-US" sz="1900" dirty="0">
              <a:latin typeface="Calibri" panose="020F0502020204030204" pitchFamily="34" charset="0"/>
              <a:ea typeface="Calibri" panose="020F0502020204030204" pitchFamily="34" charset="0"/>
            </a:endParaRPr>
          </a:p>
          <a:p>
            <a:endParaRPr lang="en-US" sz="1900" dirty="0"/>
          </a:p>
        </p:txBody>
      </p:sp>
      <p:sp>
        <p:nvSpPr>
          <p:cNvPr id="4" name="TextBox 3">
            <a:extLst>
              <a:ext uri="{FF2B5EF4-FFF2-40B4-BE49-F238E27FC236}">
                <a16:creationId xmlns:a16="http://schemas.microsoft.com/office/drawing/2014/main" id="{35E1C994-818C-0ACC-C41E-5E01DA946D82}"/>
              </a:ext>
            </a:extLst>
          </p:cNvPr>
          <p:cNvSpPr txBox="1"/>
          <p:nvPr/>
        </p:nvSpPr>
        <p:spPr>
          <a:xfrm>
            <a:off x="5280212" y="2525744"/>
            <a:ext cx="6403552" cy="2585323"/>
          </a:xfrm>
          <a:prstGeom prst="rect">
            <a:avLst/>
          </a:prstGeom>
          <a:noFill/>
        </p:spPr>
        <p:txBody>
          <a:bodyPr wrap="square" rtlCol="0">
            <a:spAutoFit/>
          </a:bodyPr>
          <a:lstStyle/>
          <a:p>
            <a:r>
              <a:rPr lang="en-US" dirty="0"/>
              <a:t>The purpose of this project is to examine how housing affordability in the Metro Nashville area has changed from 2014 to 2024. Using housing market data, mortgage rates, and U.S. Census indicators, this analysis explores the extent to which rising home prices, changing housing supply, and financing conditions have affected residents’ ability to afford homeownership. The project also examines whether affordability trends varied across neighborhoods within Metro Nashville.</a:t>
            </a:r>
          </a:p>
        </p:txBody>
      </p:sp>
    </p:spTree>
    <p:extLst>
      <p:ext uri="{BB962C8B-B14F-4D97-AF65-F5344CB8AC3E}">
        <p14:creationId xmlns:p14="http://schemas.microsoft.com/office/powerpoint/2010/main" val="34848875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EF011FB-0361-81F1-A411-48E3B66109D6}"/>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AD2D996-43B4-913B-F7DD-59EA7C708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C9B228D7-8329-3F75-828E-FC46FA1AD6D9}"/>
              </a:ext>
            </a:extLst>
          </p:cNvPr>
          <p:cNvSpPr>
            <a:spLocks noGrp="1"/>
          </p:cNvSpPr>
          <p:nvPr>
            <p:ph type="title"/>
          </p:nvPr>
        </p:nvSpPr>
        <p:spPr>
          <a:xfrm>
            <a:off x="841248" y="548640"/>
            <a:ext cx="3600860" cy="5431536"/>
          </a:xfrm>
        </p:spPr>
        <p:txBody>
          <a:bodyPr>
            <a:normAutofit/>
          </a:bodyPr>
          <a:lstStyle/>
          <a:p>
            <a:r>
              <a:rPr lang="en-US" sz="5400" dirty="0"/>
              <a:t>Research Questions</a:t>
            </a:r>
          </a:p>
        </p:txBody>
      </p:sp>
      <p:sp>
        <p:nvSpPr>
          <p:cNvPr id="12" name="sketch line">
            <a:extLst>
              <a:ext uri="{FF2B5EF4-FFF2-40B4-BE49-F238E27FC236}">
                <a16:creationId xmlns:a16="http://schemas.microsoft.com/office/drawing/2014/main" id="{836549C7-EDAA-8C20-68F5-F3CDC5C146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Content Placeholder 2">
            <a:extLst>
              <a:ext uri="{FF2B5EF4-FFF2-40B4-BE49-F238E27FC236}">
                <a16:creationId xmlns:a16="http://schemas.microsoft.com/office/drawing/2014/main" id="{45E13C00-C4B2-AC65-DFCC-5BF7B4C0D768}"/>
              </a:ext>
            </a:extLst>
          </p:cNvPr>
          <p:cNvSpPr>
            <a:spLocks noGrp="1"/>
          </p:cNvSpPr>
          <p:nvPr>
            <p:ph idx="1"/>
          </p:nvPr>
        </p:nvSpPr>
        <p:spPr>
          <a:xfrm>
            <a:off x="5126418" y="552091"/>
            <a:ext cx="6224335" cy="5431536"/>
          </a:xfrm>
        </p:spPr>
        <p:txBody>
          <a:bodyPr anchor="ctr">
            <a:normAutofit/>
          </a:bodyPr>
          <a:lstStyle/>
          <a:p>
            <a:endParaRPr lang="en-US" sz="1900" dirty="0"/>
          </a:p>
          <a:p>
            <a:pPr marL="0" indent="0">
              <a:buNone/>
            </a:pPr>
            <a:endParaRPr lang="en-US" sz="1900" dirty="0">
              <a:latin typeface="Calibri" panose="020F0502020204030204" pitchFamily="34" charset="0"/>
              <a:ea typeface="Calibri" panose="020F0502020204030204" pitchFamily="34" charset="0"/>
            </a:endParaRPr>
          </a:p>
          <a:p>
            <a:endParaRPr lang="en-US" sz="1900" dirty="0"/>
          </a:p>
        </p:txBody>
      </p:sp>
      <p:sp>
        <p:nvSpPr>
          <p:cNvPr id="4" name="TextBox 3">
            <a:extLst>
              <a:ext uri="{FF2B5EF4-FFF2-40B4-BE49-F238E27FC236}">
                <a16:creationId xmlns:a16="http://schemas.microsoft.com/office/drawing/2014/main" id="{337C5CAA-78BD-6151-0CC5-8CA452F48391}"/>
              </a:ext>
            </a:extLst>
          </p:cNvPr>
          <p:cNvSpPr txBox="1"/>
          <p:nvPr/>
        </p:nvSpPr>
        <p:spPr>
          <a:xfrm>
            <a:off x="5217459" y="964616"/>
            <a:ext cx="6403552" cy="4801314"/>
          </a:xfrm>
          <a:prstGeom prst="rect">
            <a:avLst/>
          </a:prstGeom>
          <a:noFill/>
        </p:spPr>
        <p:txBody>
          <a:bodyPr wrap="square" rtlCol="0">
            <a:spAutoFit/>
          </a:bodyPr>
          <a:lstStyle/>
          <a:p>
            <a:r>
              <a:rPr lang="en-US" dirty="0"/>
              <a:t>1. How have median home sale prices in the Nashville metro  area changed from 2014 to 2024, and to what extent has household income growth kept pace with these changes?</a:t>
            </a:r>
          </a:p>
          <a:p>
            <a:pPr algn="ctr"/>
            <a:endParaRPr lang="en-US" dirty="0"/>
          </a:p>
          <a:p>
            <a:r>
              <a:rPr lang="en-US" dirty="0"/>
              <a:t>2. How have housing supply indicators such as inventory levels, new listings, and homes sold changed over time, and what relationship do these trends have with housing affordability in Nashville?</a:t>
            </a:r>
          </a:p>
          <a:p>
            <a:pPr algn="ctr"/>
            <a:endParaRPr lang="en-US" dirty="0"/>
          </a:p>
          <a:p>
            <a:r>
              <a:rPr lang="en-US" dirty="0"/>
              <a:t>3. How have changes in mortgage interest rates affected homeownership affordability in Nashville, and how has the share of households able to afford a median-priced home changed over time?</a:t>
            </a:r>
          </a:p>
          <a:p>
            <a:pPr algn="ctr"/>
            <a:endParaRPr lang="en-US" dirty="0"/>
          </a:p>
          <a:p>
            <a:r>
              <a:rPr lang="en-US" dirty="0"/>
              <a:t>4. Were declines in housing affordability evenly distributed across Metro Nashville, or did certain ZIP codes experience more rapid affordability deterioration than others?</a:t>
            </a:r>
          </a:p>
        </p:txBody>
      </p:sp>
    </p:spTree>
    <p:extLst>
      <p:ext uri="{BB962C8B-B14F-4D97-AF65-F5344CB8AC3E}">
        <p14:creationId xmlns:p14="http://schemas.microsoft.com/office/powerpoint/2010/main" val="40451128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E849F7E-8BAD-A6E7-2466-AC4C11BD0D6E}"/>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011EE96-8CE9-C99F-5244-3A3E1A22A2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DA257EA6-9226-8536-D960-FA19B4046AFB}"/>
              </a:ext>
            </a:extLst>
          </p:cNvPr>
          <p:cNvSpPr>
            <a:spLocks noGrp="1"/>
          </p:cNvSpPr>
          <p:nvPr>
            <p:ph type="title"/>
          </p:nvPr>
        </p:nvSpPr>
        <p:spPr>
          <a:xfrm>
            <a:off x="841248" y="548640"/>
            <a:ext cx="3600860" cy="5431536"/>
          </a:xfrm>
        </p:spPr>
        <p:txBody>
          <a:bodyPr>
            <a:normAutofit/>
          </a:bodyPr>
          <a:lstStyle/>
          <a:p>
            <a:r>
              <a:rPr lang="en-US" sz="5400" dirty="0"/>
              <a:t>About the Data</a:t>
            </a:r>
          </a:p>
        </p:txBody>
      </p:sp>
      <p:sp>
        <p:nvSpPr>
          <p:cNvPr id="12" name="sketch line">
            <a:extLst>
              <a:ext uri="{FF2B5EF4-FFF2-40B4-BE49-F238E27FC236}">
                <a16:creationId xmlns:a16="http://schemas.microsoft.com/office/drawing/2014/main" id="{CBC21337-482D-16C9-9391-FAA193104C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Content Placeholder 2">
            <a:extLst>
              <a:ext uri="{FF2B5EF4-FFF2-40B4-BE49-F238E27FC236}">
                <a16:creationId xmlns:a16="http://schemas.microsoft.com/office/drawing/2014/main" id="{21725035-0D09-FAAF-ABDE-E82F7F51F738}"/>
              </a:ext>
            </a:extLst>
          </p:cNvPr>
          <p:cNvSpPr>
            <a:spLocks noGrp="1"/>
          </p:cNvSpPr>
          <p:nvPr>
            <p:ph idx="1"/>
          </p:nvPr>
        </p:nvSpPr>
        <p:spPr>
          <a:xfrm>
            <a:off x="5126418" y="552091"/>
            <a:ext cx="6224335" cy="5431536"/>
          </a:xfrm>
        </p:spPr>
        <p:txBody>
          <a:bodyPr anchor="ctr">
            <a:normAutofit/>
          </a:bodyPr>
          <a:lstStyle/>
          <a:p>
            <a:endParaRPr lang="en-US" sz="1900" dirty="0"/>
          </a:p>
          <a:p>
            <a:pPr marL="0" indent="0">
              <a:buNone/>
            </a:pPr>
            <a:endParaRPr lang="en-US" sz="1900" dirty="0">
              <a:latin typeface="Calibri" panose="020F0502020204030204" pitchFamily="34" charset="0"/>
              <a:ea typeface="Calibri" panose="020F0502020204030204" pitchFamily="34" charset="0"/>
            </a:endParaRPr>
          </a:p>
          <a:p>
            <a:endParaRPr lang="en-US" sz="1900" dirty="0"/>
          </a:p>
        </p:txBody>
      </p:sp>
      <p:sp>
        <p:nvSpPr>
          <p:cNvPr id="4" name="TextBox 3">
            <a:extLst>
              <a:ext uri="{FF2B5EF4-FFF2-40B4-BE49-F238E27FC236}">
                <a16:creationId xmlns:a16="http://schemas.microsoft.com/office/drawing/2014/main" id="{7C1623FB-D315-5A2E-1DAC-77854AF851F2}"/>
              </a:ext>
            </a:extLst>
          </p:cNvPr>
          <p:cNvSpPr txBox="1"/>
          <p:nvPr/>
        </p:nvSpPr>
        <p:spPr>
          <a:xfrm>
            <a:off x="5283356" y="1582340"/>
            <a:ext cx="6403552" cy="3693319"/>
          </a:xfrm>
          <a:prstGeom prst="rect">
            <a:avLst/>
          </a:prstGeom>
          <a:noFill/>
        </p:spPr>
        <p:txBody>
          <a:bodyPr wrap="square" rtlCol="0">
            <a:spAutoFit/>
          </a:bodyPr>
          <a:lstStyle/>
          <a:p>
            <a:r>
              <a:rPr lang="en-US" dirty="0"/>
              <a:t>Talk about where the data came from and the tools/ </a:t>
            </a:r>
            <a:r>
              <a:rPr lang="en-US" dirty="0" err="1"/>
              <a:t>prosess</a:t>
            </a:r>
            <a:r>
              <a:rPr lang="en-US" dirty="0"/>
              <a:t> used to get to my conclusions</a:t>
            </a:r>
          </a:p>
          <a:p>
            <a:r>
              <a:rPr lang="en-US" b="1" dirty="0"/>
              <a:t>Affordability Indicators</a:t>
            </a:r>
          </a:p>
          <a:p>
            <a:r>
              <a:rPr lang="en-US" dirty="0"/>
              <a:t>Median home sale price</a:t>
            </a:r>
          </a:p>
          <a:p>
            <a:r>
              <a:rPr lang="en-US" dirty="0"/>
              <a:t>Median household income</a:t>
            </a:r>
          </a:p>
          <a:p>
            <a:r>
              <a:rPr lang="en-US" dirty="0"/>
              <a:t>Housing cost–burdened households (% spending &gt;30% of income on housing)</a:t>
            </a:r>
          </a:p>
          <a:p>
            <a:r>
              <a:rPr lang="en-US" dirty="0"/>
              <a:t>Price-to-income ratio</a:t>
            </a:r>
          </a:p>
          <a:p>
            <a:r>
              <a:rPr lang="en-US" dirty="0"/>
              <a:t>Rent-to-income ratio</a:t>
            </a:r>
          </a:p>
          <a:p>
            <a:r>
              <a:rPr lang="en-US" dirty="0"/>
              <a:t>Mortgage rate changes (from FRED)</a:t>
            </a:r>
          </a:p>
          <a:p>
            <a:r>
              <a:rPr lang="en-US" dirty="0"/>
              <a:t>New construction counts</a:t>
            </a:r>
          </a:p>
          <a:p>
            <a:endParaRPr lang="en-US" dirty="0"/>
          </a:p>
          <a:p>
            <a:r>
              <a:rPr lang="en-US" dirty="0"/>
              <a:t>Vacancy rate</a:t>
            </a:r>
          </a:p>
        </p:txBody>
      </p:sp>
    </p:spTree>
    <p:extLst>
      <p:ext uri="{BB962C8B-B14F-4D97-AF65-F5344CB8AC3E}">
        <p14:creationId xmlns:p14="http://schemas.microsoft.com/office/powerpoint/2010/main" val="3755763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5D5B3DE-EC3B-29BD-BD04-97F2978B7022}"/>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D76A043-BB49-5CD1-A645-3764CF239248}"/>
              </a:ext>
            </a:extLst>
          </p:cNvPr>
          <p:cNvSpPr>
            <a:spLocks noGrp="1"/>
          </p:cNvSpPr>
          <p:nvPr>
            <p:ph type="title"/>
          </p:nvPr>
        </p:nvSpPr>
        <p:spPr>
          <a:xfrm>
            <a:off x="838200" y="365125"/>
            <a:ext cx="10515600" cy="1325563"/>
          </a:xfrm>
        </p:spPr>
        <p:txBody>
          <a:bodyPr>
            <a:normAutofit/>
          </a:bodyPr>
          <a:lstStyle/>
          <a:p>
            <a:r>
              <a:rPr lang="en-US" sz="5000" b="1" dirty="0"/>
              <a:t>Nashville Housing Market Overview</a:t>
            </a:r>
            <a:endParaRPr lang="en-US" sz="5000" dirty="0"/>
          </a:p>
        </p:txBody>
      </p:sp>
      <p:sp>
        <p:nvSpPr>
          <p:cNvPr id="19"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28BCEFCE-E636-FCA7-D710-C8C0817C4DFA}"/>
              </a:ext>
            </a:extLst>
          </p:cNvPr>
          <p:cNvSpPr>
            <a:spLocks noGrp="1"/>
          </p:cNvSpPr>
          <p:nvPr>
            <p:ph idx="1"/>
          </p:nvPr>
        </p:nvSpPr>
        <p:spPr>
          <a:xfrm>
            <a:off x="669036" y="1963433"/>
            <a:ext cx="4898046" cy="4405460"/>
          </a:xfrm>
          <a:prstGeom prst="roundRect">
            <a:avLst/>
          </a:prstGeom>
        </p:spPr>
        <p:style>
          <a:lnRef idx="2">
            <a:schemeClr val="accent2"/>
          </a:lnRef>
          <a:fillRef idx="1">
            <a:schemeClr val="lt1"/>
          </a:fillRef>
          <a:effectRef idx="0">
            <a:schemeClr val="accent2"/>
          </a:effectRef>
          <a:fontRef idx="minor">
            <a:schemeClr val="dk1"/>
          </a:fontRef>
        </p:style>
        <p:txBody>
          <a:bodyPr>
            <a:noAutofit/>
          </a:bodyPr>
          <a:lstStyle/>
          <a:p>
            <a:pPr marL="0" indent="0" algn="ctr">
              <a:lnSpc>
                <a:spcPct val="100000"/>
              </a:lnSpc>
              <a:buNone/>
            </a:pPr>
            <a:r>
              <a:rPr lang="en-US" sz="2400" u="sng" dirty="0"/>
              <a:t>Key Market Indicators</a:t>
            </a:r>
          </a:p>
          <a:p>
            <a:pPr>
              <a:lnSpc>
                <a:spcPct val="100000"/>
              </a:lnSpc>
            </a:pPr>
            <a:r>
              <a:rPr lang="en-US" sz="1800" dirty="0"/>
              <a:t>Total Home Sales (2014-2024):</a:t>
            </a:r>
          </a:p>
          <a:p>
            <a:pPr lvl="1">
              <a:lnSpc>
                <a:spcPct val="100000"/>
              </a:lnSpc>
            </a:pPr>
            <a:r>
              <a:rPr lang="en-US" sz="1800" b="1" dirty="0"/>
              <a:t>87,395</a:t>
            </a:r>
            <a:endParaRPr lang="en-US" sz="1800" dirty="0"/>
          </a:p>
          <a:p>
            <a:pPr>
              <a:lnSpc>
                <a:spcPct val="100000"/>
              </a:lnSpc>
            </a:pPr>
            <a:r>
              <a:rPr lang="en-US" sz="1800" dirty="0"/>
              <a:t>Average Annual Home Sales:</a:t>
            </a:r>
          </a:p>
          <a:p>
            <a:pPr lvl="1">
              <a:lnSpc>
                <a:spcPct val="100000"/>
              </a:lnSpc>
            </a:pPr>
            <a:r>
              <a:rPr lang="en-US" sz="1800" b="1" dirty="0"/>
              <a:t>7,945</a:t>
            </a:r>
            <a:endParaRPr lang="en-US" sz="1800" dirty="0"/>
          </a:p>
          <a:p>
            <a:pPr>
              <a:lnSpc>
                <a:spcPct val="100000"/>
              </a:lnSpc>
            </a:pPr>
            <a:r>
              <a:rPr lang="en-US" sz="1800" dirty="0"/>
              <a:t>Median Home Sale Price (2014):</a:t>
            </a:r>
          </a:p>
          <a:p>
            <a:pPr lvl="1">
              <a:lnSpc>
                <a:spcPct val="100000"/>
              </a:lnSpc>
            </a:pPr>
            <a:r>
              <a:rPr lang="en-US" sz="1800" b="1" dirty="0"/>
              <a:t>$138,500</a:t>
            </a:r>
          </a:p>
          <a:p>
            <a:pPr>
              <a:lnSpc>
                <a:spcPct val="100000"/>
              </a:lnSpc>
            </a:pPr>
            <a:r>
              <a:rPr lang="en-US" sz="1800" dirty="0"/>
              <a:t>Median Home Sales Price (2024):</a:t>
            </a:r>
          </a:p>
          <a:p>
            <a:pPr lvl="1">
              <a:lnSpc>
                <a:spcPct val="100000"/>
              </a:lnSpc>
            </a:pPr>
            <a:r>
              <a:rPr lang="en-US" sz="1800" b="1" dirty="0"/>
              <a:t>$450,000</a:t>
            </a:r>
          </a:p>
          <a:p>
            <a:pPr>
              <a:lnSpc>
                <a:spcPct val="100000"/>
              </a:lnSpc>
            </a:pPr>
            <a:r>
              <a:rPr lang="en-US" sz="1800" dirty="0"/>
              <a:t>Overall Price Growth (2014-2024):</a:t>
            </a:r>
          </a:p>
          <a:p>
            <a:pPr lvl="1">
              <a:lnSpc>
                <a:spcPct val="100000"/>
              </a:lnSpc>
            </a:pPr>
            <a:r>
              <a:rPr lang="en-US" sz="1800" b="1" dirty="0"/>
              <a:t>225%</a:t>
            </a:r>
          </a:p>
        </p:txBody>
      </p:sp>
      <p:sp>
        <p:nvSpPr>
          <p:cNvPr id="10" name="Content Placeholder 6">
            <a:extLst>
              <a:ext uri="{FF2B5EF4-FFF2-40B4-BE49-F238E27FC236}">
                <a16:creationId xmlns:a16="http://schemas.microsoft.com/office/drawing/2014/main" id="{09D707F1-79F2-404B-0223-449BE814DF47}"/>
              </a:ext>
            </a:extLst>
          </p:cNvPr>
          <p:cNvSpPr txBox="1">
            <a:spLocks/>
          </p:cNvSpPr>
          <p:nvPr/>
        </p:nvSpPr>
        <p:spPr>
          <a:xfrm>
            <a:off x="5782235" y="1963433"/>
            <a:ext cx="5740729" cy="4405460"/>
          </a:xfrm>
          <a:prstGeom prst="roundRect">
            <a:avLst/>
          </a:prstGeom>
        </p:spPr>
        <p:style>
          <a:lnRef idx="2">
            <a:schemeClr val="accent2"/>
          </a:lnRef>
          <a:fillRef idx="1">
            <a:schemeClr val="lt1"/>
          </a:fillRef>
          <a:effectRef idx="0">
            <a:schemeClr val="accent2"/>
          </a:effectRef>
          <a:fontRef idx="minor">
            <a:schemeClr val="dk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Font typeface="Arial" panose="020B0604020202020204" pitchFamily="34" charset="0"/>
              <a:buNone/>
            </a:pPr>
            <a:r>
              <a:rPr lang="en-US" sz="2400" u="sng" dirty="0"/>
              <a:t>Demographic &amp; Economic</a:t>
            </a:r>
          </a:p>
          <a:p>
            <a:pPr>
              <a:lnSpc>
                <a:spcPct val="100000"/>
              </a:lnSpc>
            </a:pPr>
            <a:r>
              <a:rPr lang="en-US" sz="1800" dirty="0"/>
              <a:t>Average Population (2020-2023):</a:t>
            </a:r>
          </a:p>
          <a:p>
            <a:pPr lvl="1">
              <a:lnSpc>
                <a:spcPct val="100000"/>
              </a:lnSpc>
            </a:pPr>
            <a:r>
              <a:rPr lang="en-US" sz="1800" b="1" dirty="0"/>
              <a:t>981,955</a:t>
            </a:r>
            <a:endParaRPr lang="en-US" sz="1800" dirty="0"/>
          </a:p>
          <a:p>
            <a:pPr>
              <a:lnSpc>
                <a:spcPct val="100000"/>
              </a:lnSpc>
            </a:pPr>
            <a:r>
              <a:rPr lang="en-US" sz="1800" dirty="0"/>
              <a:t>Average Median Household Income(2020-2023):</a:t>
            </a:r>
          </a:p>
          <a:p>
            <a:pPr lvl="1">
              <a:lnSpc>
                <a:spcPct val="100000"/>
              </a:lnSpc>
            </a:pPr>
            <a:r>
              <a:rPr lang="en-US" sz="1800" b="1" dirty="0"/>
              <a:t>$82,883.40</a:t>
            </a:r>
            <a:endParaRPr lang="en-US" sz="1800" dirty="0"/>
          </a:p>
          <a:p>
            <a:pPr>
              <a:lnSpc>
                <a:spcPct val="100000"/>
              </a:lnSpc>
            </a:pPr>
            <a:r>
              <a:rPr lang="en-US" sz="1800" dirty="0"/>
              <a:t>Average Median Rent (2020-2023):</a:t>
            </a:r>
          </a:p>
          <a:p>
            <a:pPr lvl="1">
              <a:lnSpc>
                <a:spcPct val="100000"/>
              </a:lnSpc>
            </a:pPr>
            <a:r>
              <a:rPr lang="en-US" sz="1800" b="1" dirty="0"/>
              <a:t>$1,413.51</a:t>
            </a:r>
          </a:p>
          <a:p>
            <a:pPr>
              <a:lnSpc>
                <a:spcPct val="100000"/>
              </a:lnSpc>
            </a:pPr>
            <a:r>
              <a:rPr lang="en-US" sz="1800" dirty="0"/>
              <a:t>Average Mortgage Rate (30-Year Fixed, 2014-2024)</a:t>
            </a:r>
          </a:p>
          <a:p>
            <a:pPr lvl="1">
              <a:lnSpc>
                <a:spcPct val="100000"/>
              </a:lnSpc>
            </a:pPr>
            <a:r>
              <a:rPr lang="en-US" sz="1800" b="1" dirty="0"/>
              <a:t>4.46%</a:t>
            </a:r>
          </a:p>
        </p:txBody>
      </p:sp>
    </p:spTree>
    <p:extLst>
      <p:ext uri="{BB962C8B-B14F-4D97-AF65-F5344CB8AC3E}">
        <p14:creationId xmlns:p14="http://schemas.microsoft.com/office/powerpoint/2010/main" val="29016708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C9FFE-6FDE-4EB6-AE41-602F2085BCB0}"/>
              </a:ext>
            </a:extLst>
          </p:cNvPr>
          <p:cNvSpPr>
            <a:spLocks noGrp="1"/>
          </p:cNvSpPr>
          <p:nvPr>
            <p:ph type="title"/>
          </p:nvPr>
        </p:nvSpPr>
        <p:spPr/>
        <p:txBody>
          <a:bodyPr/>
          <a:lstStyle/>
          <a:p>
            <a:r>
              <a:rPr lang="en-US" dirty="0"/>
              <a:t>Housing Market Trends</a:t>
            </a:r>
          </a:p>
        </p:txBody>
      </p:sp>
      <p:sp>
        <p:nvSpPr>
          <p:cNvPr id="3" name="Content Placeholder 2">
            <a:extLst>
              <a:ext uri="{FF2B5EF4-FFF2-40B4-BE49-F238E27FC236}">
                <a16:creationId xmlns:a16="http://schemas.microsoft.com/office/drawing/2014/main" id="{CD87CBF9-D41E-2FC5-AFF8-067A1949B0EB}"/>
              </a:ext>
            </a:extLst>
          </p:cNvPr>
          <p:cNvSpPr>
            <a:spLocks noGrp="1"/>
          </p:cNvSpPr>
          <p:nvPr>
            <p:ph idx="1"/>
          </p:nvPr>
        </p:nvSpPr>
        <p:spPr/>
        <p:txBody>
          <a:bodyPr/>
          <a:lstStyle/>
          <a:p>
            <a:r>
              <a:rPr lang="en-US" dirty="0"/>
              <a:t>Trends in Home Prices and Inventory</a:t>
            </a:r>
          </a:p>
        </p:txBody>
      </p:sp>
    </p:spTree>
    <p:extLst>
      <p:ext uri="{BB962C8B-B14F-4D97-AF65-F5344CB8AC3E}">
        <p14:creationId xmlns:p14="http://schemas.microsoft.com/office/powerpoint/2010/main" val="8245157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3B3DF-85A0-B5EF-5E38-064E76FB4937}"/>
              </a:ext>
            </a:extLst>
          </p:cNvPr>
          <p:cNvSpPr>
            <a:spLocks noGrp="1"/>
          </p:cNvSpPr>
          <p:nvPr>
            <p:ph type="title"/>
          </p:nvPr>
        </p:nvSpPr>
        <p:spPr/>
        <p:txBody>
          <a:bodyPr/>
          <a:lstStyle/>
          <a:p>
            <a:r>
              <a:rPr lang="en-US" dirty="0"/>
              <a:t>Income and Demographic Trends</a:t>
            </a:r>
          </a:p>
        </p:txBody>
      </p:sp>
      <p:sp>
        <p:nvSpPr>
          <p:cNvPr id="3" name="Content Placeholder 2">
            <a:extLst>
              <a:ext uri="{FF2B5EF4-FFF2-40B4-BE49-F238E27FC236}">
                <a16:creationId xmlns:a16="http://schemas.microsoft.com/office/drawing/2014/main" id="{A23DEC2E-57B4-61D3-4D67-922D4E24DF79}"/>
              </a:ext>
            </a:extLst>
          </p:cNvPr>
          <p:cNvSpPr>
            <a:spLocks noGrp="1"/>
          </p:cNvSpPr>
          <p:nvPr>
            <p:ph idx="1"/>
          </p:nvPr>
        </p:nvSpPr>
        <p:spPr/>
        <p:txBody>
          <a:bodyPr/>
          <a:lstStyle/>
          <a:p>
            <a:r>
              <a:rPr lang="en-US" dirty="0"/>
              <a:t>How Household Income and Population Shifted</a:t>
            </a:r>
          </a:p>
        </p:txBody>
      </p:sp>
    </p:spTree>
    <p:extLst>
      <p:ext uri="{BB962C8B-B14F-4D97-AF65-F5344CB8AC3E}">
        <p14:creationId xmlns:p14="http://schemas.microsoft.com/office/powerpoint/2010/main" val="8906995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1F692-E959-DF26-EA8C-F65F50B8D268}"/>
              </a:ext>
            </a:extLst>
          </p:cNvPr>
          <p:cNvSpPr>
            <a:spLocks noGrp="1"/>
          </p:cNvSpPr>
          <p:nvPr>
            <p:ph type="title"/>
          </p:nvPr>
        </p:nvSpPr>
        <p:spPr/>
        <p:txBody>
          <a:bodyPr/>
          <a:lstStyle/>
          <a:p>
            <a:r>
              <a:rPr lang="en-US" dirty="0"/>
              <a:t>Affordability Metrics</a:t>
            </a:r>
          </a:p>
        </p:txBody>
      </p:sp>
      <p:sp>
        <p:nvSpPr>
          <p:cNvPr id="3" name="Content Placeholder 2">
            <a:extLst>
              <a:ext uri="{FF2B5EF4-FFF2-40B4-BE49-F238E27FC236}">
                <a16:creationId xmlns:a16="http://schemas.microsoft.com/office/drawing/2014/main" id="{0A3CD713-3CED-B15D-01E6-C4362F1C0B63}"/>
              </a:ext>
            </a:extLst>
          </p:cNvPr>
          <p:cNvSpPr>
            <a:spLocks noGrp="1"/>
          </p:cNvSpPr>
          <p:nvPr>
            <p:ph idx="1"/>
          </p:nvPr>
        </p:nvSpPr>
        <p:spPr/>
        <p:txBody>
          <a:bodyPr/>
          <a:lstStyle/>
          <a:p>
            <a:r>
              <a:rPr lang="en-US" dirty="0"/>
              <a:t>Changes in Affordability Indicators (2014–2024)</a:t>
            </a:r>
          </a:p>
        </p:txBody>
      </p:sp>
    </p:spTree>
    <p:extLst>
      <p:ext uri="{BB962C8B-B14F-4D97-AF65-F5344CB8AC3E}">
        <p14:creationId xmlns:p14="http://schemas.microsoft.com/office/powerpoint/2010/main" val="25591712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A0593-CDC6-E648-1EAB-AFE0E0AB31BA}"/>
              </a:ext>
            </a:extLst>
          </p:cNvPr>
          <p:cNvSpPr>
            <a:spLocks noGrp="1"/>
          </p:cNvSpPr>
          <p:nvPr>
            <p:ph type="title"/>
          </p:nvPr>
        </p:nvSpPr>
        <p:spPr/>
        <p:txBody>
          <a:bodyPr/>
          <a:lstStyle/>
          <a:p>
            <a:r>
              <a:rPr lang="en-US" dirty="0"/>
              <a:t>ZIP Code / Neighborhood Comparison</a:t>
            </a:r>
          </a:p>
        </p:txBody>
      </p:sp>
      <p:sp>
        <p:nvSpPr>
          <p:cNvPr id="3" name="Content Placeholder 2">
            <a:extLst>
              <a:ext uri="{FF2B5EF4-FFF2-40B4-BE49-F238E27FC236}">
                <a16:creationId xmlns:a16="http://schemas.microsoft.com/office/drawing/2014/main" id="{EBCFD96A-9171-8268-C0C4-C9B1AD907F6A}"/>
              </a:ext>
            </a:extLst>
          </p:cNvPr>
          <p:cNvSpPr>
            <a:spLocks noGrp="1"/>
          </p:cNvSpPr>
          <p:nvPr>
            <p:ph idx="1"/>
          </p:nvPr>
        </p:nvSpPr>
        <p:spPr/>
        <p:txBody>
          <a:bodyPr/>
          <a:lstStyle/>
          <a:p>
            <a:r>
              <a:rPr lang="en-US" dirty="0"/>
              <a:t>Affordability Differences Across Nashville ZIP Codes</a:t>
            </a:r>
          </a:p>
        </p:txBody>
      </p:sp>
    </p:spTree>
    <p:extLst>
      <p:ext uri="{BB962C8B-B14F-4D97-AF65-F5344CB8AC3E}">
        <p14:creationId xmlns:p14="http://schemas.microsoft.com/office/powerpoint/2010/main" val="26368634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190D3-118B-5E6C-87FC-9E790B3AFD09}"/>
              </a:ext>
            </a:extLst>
          </p:cNvPr>
          <p:cNvSpPr>
            <a:spLocks noGrp="1"/>
          </p:cNvSpPr>
          <p:nvPr>
            <p:ph type="title"/>
          </p:nvPr>
        </p:nvSpPr>
        <p:spPr/>
        <p:txBody>
          <a:bodyPr/>
          <a:lstStyle/>
          <a:p>
            <a:r>
              <a:rPr lang="en-US" dirty="0"/>
              <a:t>Drivers of Affordability Change</a:t>
            </a:r>
          </a:p>
        </p:txBody>
      </p:sp>
      <p:sp>
        <p:nvSpPr>
          <p:cNvPr id="3" name="Content Placeholder 2">
            <a:extLst>
              <a:ext uri="{FF2B5EF4-FFF2-40B4-BE49-F238E27FC236}">
                <a16:creationId xmlns:a16="http://schemas.microsoft.com/office/drawing/2014/main" id="{50055AD5-E8E3-CEB4-2224-842BB2967029}"/>
              </a:ext>
            </a:extLst>
          </p:cNvPr>
          <p:cNvSpPr>
            <a:spLocks noGrp="1"/>
          </p:cNvSpPr>
          <p:nvPr>
            <p:ph idx="1"/>
          </p:nvPr>
        </p:nvSpPr>
        <p:spPr/>
        <p:txBody>
          <a:bodyPr/>
          <a:lstStyle/>
          <a:p>
            <a:r>
              <a:rPr lang="en-US" dirty="0"/>
              <a:t>What Factors Contributed Most to Rising Costs</a:t>
            </a:r>
          </a:p>
        </p:txBody>
      </p:sp>
    </p:spTree>
    <p:extLst>
      <p:ext uri="{BB962C8B-B14F-4D97-AF65-F5344CB8AC3E}">
        <p14:creationId xmlns:p14="http://schemas.microsoft.com/office/powerpoint/2010/main" val="9632231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AA002-A52A-2C2F-DCCF-6FF92824A7CA}"/>
              </a:ext>
            </a:extLst>
          </p:cNvPr>
          <p:cNvSpPr>
            <a:spLocks noGrp="1"/>
          </p:cNvSpPr>
          <p:nvPr>
            <p:ph type="title"/>
          </p:nvPr>
        </p:nvSpPr>
        <p:spPr/>
        <p:txBody>
          <a:bodyPr/>
          <a:lstStyle/>
          <a:p>
            <a:r>
              <a:rPr lang="en-US" dirty="0"/>
              <a:t>How has Nashville changed over the years?</a:t>
            </a:r>
          </a:p>
        </p:txBody>
      </p:sp>
      <p:sp>
        <p:nvSpPr>
          <p:cNvPr id="3" name="Content Placeholder 2">
            <a:extLst>
              <a:ext uri="{FF2B5EF4-FFF2-40B4-BE49-F238E27FC236}">
                <a16:creationId xmlns:a16="http://schemas.microsoft.com/office/drawing/2014/main" id="{BB145E68-5586-D399-F52B-0278573900B0}"/>
              </a:ext>
            </a:extLst>
          </p:cNvPr>
          <p:cNvSpPr>
            <a:spLocks noGrp="1"/>
          </p:cNvSpPr>
          <p:nvPr>
            <p:ph idx="1"/>
          </p:nvPr>
        </p:nvSpPr>
        <p:spPr/>
        <p:txBody>
          <a:bodyPr/>
          <a:lstStyle/>
          <a:p>
            <a:r>
              <a:rPr lang="en-US" dirty="0"/>
              <a:t>Stats about how population has changed  </a:t>
            </a:r>
          </a:p>
          <a:p>
            <a:r>
              <a:rPr lang="en-US" dirty="0"/>
              <a:t>How has the number of </a:t>
            </a:r>
            <a:r>
              <a:rPr lang="en-US" dirty="0" err="1"/>
              <a:t>comapies</a:t>
            </a:r>
            <a:r>
              <a:rPr lang="en-US" dirty="0"/>
              <a:t> in the are increased</a:t>
            </a:r>
          </a:p>
          <a:p>
            <a:r>
              <a:rPr lang="en-US" dirty="0"/>
              <a:t>Number of new builds over this span. </a:t>
            </a:r>
          </a:p>
          <a:p>
            <a:r>
              <a:rPr lang="en-US" dirty="0"/>
              <a:t>Basically, a lot of quick facts about how the city has changed from 2014-2024</a:t>
            </a:r>
          </a:p>
        </p:txBody>
      </p:sp>
    </p:spTree>
    <p:extLst>
      <p:ext uri="{BB962C8B-B14F-4D97-AF65-F5344CB8AC3E}">
        <p14:creationId xmlns:p14="http://schemas.microsoft.com/office/powerpoint/2010/main" val="12077199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5E2FBC-4EDC-886D-58D4-70F1EC46B66B}"/>
              </a:ext>
            </a:extLst>
          </p:cNvPr>
          <p:cNvSpPr>
            <a:spLocks noGrp="1"/>
          </p:cNvSpPr>
          <p:nvPr>
            <p:ph type="title"/>
          </p:nvPr>
        </p:nvSpPr>
        <p:spPr/>
        <p:txBody>
          <a:bodyPr/>
          <a:lstStyle/>
          <a:p>
            <a:r>
              <a:rPr lang="en-US" dirty="0"/>
              <a:t>Comparison element</a:t>
            </a:r>
          </a:p>
        </p:txBody>
      </p:sp>
      <p:sp>
        <p:nvSpPr>
          <p:cNvPr id="4" name="Rectangle 1">
            <a:extLst>
              <a:ext uri="{FF2B5EF4-FFF2-40B4-BE49-F238E27FC236}">
                <a16:creationId xmlns:a16="http://schemas.microsoft.com/office/drawing/2014/main" id="{FCE73DFB-2501-85DD-1756-12255EF4E6B5}"/>
              </a:ext>
            </a:extLst>
          </p:cNvPr>
          <p:cNvSpPr>
            <a:spLocks noGrp="1" noChangeArrowheads="1"/>
          </p:cNvSpPr>
          <p:nvPr>
            <p:ph idx="1"/>
          </p:nvPr>
        </p:nvSpPr>
        <p:spPr bwMode="auto">
          <a:xfrm>
            <a:off x="838200" y="3539629"/>
            <a:ext cx="774975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Compare </a:t>
            </a:r>
            <a:r>
              <a:rPr kumimoji="0" lang="en-US" altLang="en-US" sz="1800" b="1" i="0" u="none" strike="noStrike" cap="none" normalizeH="0" baseline="0" dirty="0">
                <a:ln>
                  <a:noFill/>
                </a:ln>
                <a:solidFill>
                  <a:schemeClr val="tx1"/>
                </a:solidFill>
                <a:effectLst/>
                <a:latin typeface="Arial" panose="020B0604020202020204" pitchFamily="34" charset="0"/>
              </a:rPr>
              <a:t>Metro Nashville vs. Tennessee overall and even nationwide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932823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D26A1-DF37-208D-3C15-6328B10D630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F95DCD4-F61D-2CB6-99C4-62E2FAC4520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5663734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7850F-4F4B-B2A5-BF78-E05666B1213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9466885-CD83-D84D-24AE-81EACB29F873}"/>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1318935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CCBF6-B3D8-9EC9-7246-177CA95078A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825E3A2-80FE-3CA1-133C-2EFF6EF7EA38}"/>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9535802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07159-36AD-EB55-F019-1875EA1B119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9C23464-6147-B8BF-37D6-3593721C2B04}"/>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0898739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4760</TotalTime>
  <Words>482</Words>
  <Application>Microsoft Office PowerPoint</Application>
  <PresentationFormat>Widescreen</PresentationFormat>
  <Paragraphs>66</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Aptos Display</vt:lpstr>
      <vt:lpstr>Arial</vt:lpstr>
      <vt:lpstr>Calibri</vt:lpstr>
      <vt:lpstr>Office Theme</vt:lpstr>
      <vt:lpstr>A Decade of Change: Housing Affordability in Metro Nashville, 2014–2024</vt:lpstr>
      <vt:lpstr>Purpose of this Analysis</vt:lpstr>
      <vt:lpstr>Research Questions</vt:lpstr>
      <vt:lpstr>About the Data</vt:lpstr>
      <vt:lpstr>Nashville Housing Market Overview</vt:lpstr>
      <vt:lpstr>Housing Market Trends</vt:lpstr>
      <vt:lpstr>Income and Demographic Trends</vt:lpstr>
      <vt:lpstr>Affordability Metrics</vt:lpstr>
      <vt:lpstr>ZIP Code / Neighborhood Comparison</vt:lpstr>
      <vt:lpstr>Drivers of Affordability Change</vt:lpstr>
      <vt:lpstr>How has Nashville changed over the years?</vt:lpstr>
      <vt:lpstr>Comparison element</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Luke Gaffney</dc:creator>
  <cp:lastModifiedBy>Luke Gaffney</cp:lastModifiedBy>
  <cp:revision>1</cp:revision>
  <dcterms:created xsi:type="dcterms:W3CDTF">2025-12-12T20:32:27Z</dcterms:created>
  <dcterms:modified xsi:type="dcterms:W3CDTF">2025-12-16T21:06:05Z</dcterms:modified>
</cp:coreProperties>
</file>